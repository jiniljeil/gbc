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0DE9-D9EC-4657-8BA1-0EFD2FE172F7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B0711-0B42-4B27-AA45-91FE89487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1873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0DE9-D9EC-4657-8BA1-0EFD2FE172F7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B0711-0B42-4B27-AA45-91FE89487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332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0DE9-D9EC-4657-8BA1-0EFD2FE172F7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B0711-0B42-4B27-AA45-91FE89487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666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0DE9-D9EC-4657-8BA1-0EFD2FE172F7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B0711-0B42-4B27-AA45-91FE89487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02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0DE9-D9EC-4657-8BA1-0EFD2FE172F7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B0711-0B42-4B27-AA45-91FE89487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068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0DE9-D9EC-4657-8BA1-0EFD2FE172F7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B0711-0B42-4B27-AA45-91FE89487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747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0DE9-D9EC-4657-8BA1-0EFD2FE172F7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B0711-0B42-4B27-AA45-91FE89487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716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0DE9-D9EC-4657-8BA1-0EFD2FE172F7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B0711-0B42-4B27-AA45-91FE89487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42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0DE9-D9EC-4657-8BA1-0EFD2FE172F7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B0711-0B42-4B27-AA45-91FE89487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70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0DE9-D9EC-4657-8BA1-0EFD2FE172F7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B0711-0B42-4B27-AA45-91FE89487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10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0DE9-D9EC-4657-8BA1-0EFD2FE172F7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CB0711-0B42-4B27-AA45-91FE89487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86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90DE9-D9EC-4657-8BA1-0EFD2FE172F7}" type="datetimeFigureOut">
              <a:rPr lang="ko-KR" altLang="en-US" smtClean="0"/>
              <a:t>2019-07-02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B0711-0B42-4B27-AA45-91FE894870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0403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mlwjd9405.github.io/2018/08/14/algorithm-dfs.html" TargetMode="External"/><Relationship Id="rId2" Type="http://schemas.openxmlformats.org/officeDocument/2006/relationships/hyperlink" Target="https://limkydev.tistory.com/93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F9EB9F2-07E2-4D64-BBD8-BB5B217F1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2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71CCA4-6411-40F4-BC21-29EDB9F97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3257" y="965198"/>
            <a:ext cx="2707937" cy="4927602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2000" dirty="0">
                <a:solidFill>
                  <a:schemeClr val="accent1"/>
                </a:solidFill>
              </a:rPr>
              <a:t>GBC </a:t>
            </a:r>
            <a:r>
              <a:rPr lang="ko-KR" altLang="en-US" sz="2000" dirty="0">
                <a:solidFill>
                  <a:schemeClr val="accent1"/>
                </a:solidFill>
              </a:rPr>
              <a:t>알고리즘 </a:t>
            </a:r>
            <a:r>
              <a:rPr lang="en-US" altLang="ko-KR" sz="2000" dirty="0">
                <a:solidFill>
                  <a:schemeClr val="accent1"/>
                </a:solidFill>
              </a:rPr>
              <a:t>DFS</a:t>
            </a:r>
          </a:p>
          <a:p>
            <a:pPr algn="r"/>
            <a:r>
              <a:rPr lang="ko-KR" altLang="en-US" sz="2000" dirty="0">
                <a:solidFill>
                  <a:schemeClr val="accent1"/>
                </a:solidFill>
              </a:rPr>
              <a:t>김진일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C57C7C-DFE9-4A1E-B7A9-DF40E633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891" y="2057399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291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9C3530-4654-422A-8E62-6D12BF2CB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0785"/>
            <a:ext cx="10515600" cy="55561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solidFill>
                  <a:srgbClr val="00B0F0"/>
                </a:solidFill>
              </a:rPr>
              <a:t>깊이 우선 탐색</a:t>
            </a:r>
            <a:r>
              <a:rPr lang="en-US" altLang="ko-KR" sz="2000" dirty="0">
                <a:solidFill>
                  <a:srgbClr val="00B0F0"/>
                </a:solidFill>
              </a:rPr>
              <a:t>(DFS, Depth-First Search)</a:t>
            </a:r>
            <a:r>
              <a:rPr lang="ko-KR" altLang="en-US" sz="2000" dirty="0">
                <a:solidFill>
                  <a:srgbClr val="00B0F0"/>
                </a:solidFill>
              </a:rPr>
              <a:t>의 개념</a:t>
            </a:r>
            <a:endParaRPr lang="en-US" altLang="ko-KR" sz="20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ko-KR" altLang="en-US" sz="2000" dirty="0"/>
              <a:t>루트 노드</a:t>
            </a:r>
            <a:r>
              <a:rPr lang="en-US" altLang="ko-KR" sz="2000" dirty="0"/>
              <a:t>(</a:t>
            </a:r>
            <a:r>
              <a:rPr lang="ko-KR" altLang="en-US" sz="2000" dirty="0"/>
              <a:t>혹은 다른 임의의 노드</a:t>
            </a:r>
            <a:r>
              <a:rPr lang="en-US" altLang="ko-KR" sz="2000" dirty="0"/>
              <a:t>)</a:t>
            </a:r>
            <a:r>
              <a:rPr lang="ko-KR" altLang="en-US" sz="2000" dirty="0"/>
              <a:t>에서 시작해서 다음 분기</a:t>
            </a:r>
            <a:r>
              <a:rPr lang="en-US" altLang="ko-KR" sz="2000" dirty="0"/>
              <a:t>(branch)</a:t>
            </a:r>
            <a:r>
              <a:rPr lang="ko-KR" altLang="en-US" sz="2000" dirty="0"/>
              <a:t>로 넘어가기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전에 해당 분기를 완벽하게 탐색하는 방법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미로를 탐색할 때 한 방향으로 갈 수 있을 때까지 계속 가다가 더 이상 갈 수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없게 되면 다시 가장 가까운 갈림 길로 돌아와서 이곳으로 </a:t>
            </a:r>
            <a:r>
              <a:rPr lang="ko-KR" altLang="en-US" sz="2000" dirty="0" err="1"/>
              <a:t>부터</a:t>
            </a:r>
            <a:r>
              <a:rPr lang="ko-KR" altLang="en-US" sz="2000" dirty="0"/>
              <a:t> 다른 방향으로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다시 탐색을 진행하는 방법과 유사하다</a:t>
            </a:r>
            <a:r>
              <a:rPr lang="en-US" altLang="ko-KR" sz="2000" dirty="0"/>
              <a:t>. 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solidFill>
                  <a:srgbClr val="00B0F0"/>
                </a:solidFill>
              </a:rPr>
              <a:t>즉</a:t>
            </a:r>
            <a:r>
              <a:rPr lang="en-US" altLang="ko-KR" sz="2000" dirty="0">
                <a:solidFill>
                  <a:srgbClr val="00B0F0"/>
                </a:solidFill>
              </a:rPr>
              <a:t>, </a:t>
            </a:r>
            <a:r>
              <a:rPr lang="ko-KR" altLang="en-US" sz="2000" dirty="0">
                <a:solidFill>
                  <a:srgbClr val="00B0F0"/>
                </a:solidFill>
              </a:rPr>
              <a:t>넓게</a:t>
            </a:r>
            <a:r>
              <a:rPr lang="en-US" altLang="ko-KR" sz="2000" dirty="0">
                <a:solidFill>
                  <a:srgbClr val="00B0F0"/>
                </a:solidFill>
              </a:rPr>
              <a:t>(wide) </a:t>
            </a:r>
            <a:r>
              <a:rPr lang="ko-KR" altLang="en-US" sz="2000" dirty="0">
                <a:solidFill>
                  <a:srgbClr val="00B0F0"/>
                </a:solidFill>
              </a:rPr>
              <a:t>탐색하기 전에 깊게</a:t>
            </a:r>
            <a:r>
              <a:rPr lang="en-US" altLang="ko-KR" sz="2000" dirty="0">
                <a:solidFill>
                  <a:srgbClr val="00B0F0"/>
                </a:solidFill>
              </a:rPr>
              <a:t>(deep) </a:t>
            </a:r>
            <a:r>
              <a:rPr lang="ko-KR" altLang="en-US" sz="2000" dirty="0">
                <a:solidFill>
                  <a:srgbClr val="00B0F0"/>
                </a:solidFill>
              </a:rPr>
              <a:t>탐색하는 것이다</a:t>
            </a:r>
            <a:r>
              <a:rPr lang="en-US" altLang="ko-KR" sz="2000" dirty="0">
                <a:solidFill>
                  <a:srgbClr val="00B0F0"/>
                </a:solidFill>
              </a:rPr>
              <a:t>.</a:t>
            </a: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ko-KR" altLang="en-US" sz="2000" dirty="0">
                <a:solidFill>
                  <a:srgbClr val="00B0F0"/>
                </a:solidFill>
              </a:rPr>
              <a:t>사용하는 경우</a:t>
            </a:r>
            <a:r>
              <a:rPr lang="en-US" altLang="ko-KR" sz="2000" dirty="0"/>
              <a:t>: </a:t>
            </a:r>
            <a:r>
              <a:rPr lang="ko-KR" altLang="en-US" sz="2000" dirty="0"/>
              <a:t>모든 노드를 방문 하고자 하는 경우에 이 방법을 선택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273065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119B85-F592-49C2-B4F6-6DC7B6698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4066"/>
            <a:ext cx="10515600" cy="53128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solidFill>
                  <a:srgbClr val="00B0F0"/>
                </a:solidFill>
              </a:rPr>
              <a:t>깊이 우선 탐색</a:t>
            </a:r>
            <a:r>
              <a:rPr lang="en-US" altLang="ko-KR" sz="2000" dirty="0">
                <a:solidFill>
                  <a:srgbClr val="00B0F0"/>
                </a:solidFill>
              </a:rPr>
              <a:t>(DFS)</a:t>
            </a:r>
            <a:r>
              <a:rPr lang="ko-KR" altLang="en-US" sz="2000" dirty="0">
                <a:solidFill>
                  <a:srgbClr val="00B0F0"/>
                </a:solidFill>
              </a:rPr>
              <a:t>의 특징</a:t>
            </a:r>
            <a:endParaRPr lang="en-US" altLang="ko-KR" sz="20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ko-KR" altLang="en-US" sz="2000" dirty="0"/>
              <a:t>자기 자신을 호출하는 순환 알고리즘의 형태 를 가짐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전위 순회</a:t>
            </a:r>
            <a:r>
              <a:rPr lang="en-US" altLang="ko-KR" sz="2000" dirty="0"/>
              <a:t>(Pre-Order Traversals)</a:t>
            </a:r>
            <a:r>
              <a:rPr lang="ko-KR" altLang="en-US" sz="2000" dirty="0"/>
              <a:t>를 포함한 다른 형태의 트리 순회는 모두 </a:t>
            </a:r>
            <a:r>
              <a:rPr lang="en-US" altLang="ko-KR" sz="2000" dirty="0"/>
              <a:t>DFS</a:t>
            </a:r>
            <a:r>
              <a:rPr lang="ko-KR" altLang="en-US" sz="2000" dirty="0"/>
              <a:t>의 한 종류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ko-KR" altLang="en-US" sz="2000" dirty="0"/>
              <a:t>이 알고리즘을 구현할 때 가장 큰 차이점은</a:t>
            </a:r>
            <a:r>
              <a:rPr lang="en-US" altLang="ko-KR" sz="2000" dirty="0"/>
              <a:t>, </a:t>
            </a:r>
            <a:r>
              <a:rPr lang="ko-KR" altLang="en-US" sz="2000" dirty="0"/>
              <a:t>그래프 탐색의 경우 어떤 노드를 방문 </a:t>
            </a:r>
            <a:r>
              <a:rPr lang="ko-KR" altLang="en-US" sz="2000" dirty="0" err="1"/>
              <a:t>했었는지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여부를 반드시 검사 해야 한다는 것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           </a:t>
            </a:r>
            <a:r>
              <a:rPr lang="en-US" altLang="ko-KR" sz="2000" dirty="0"/>
              <a:t>(</a:t>
            </a:r>
            <a:r>
              <a:rPr lang="ko-KR" altLang="en-US" sz="2000" dirty="0"/>
              <a:t>이를 검사하지 않을 경우 무한루프에 빠질 위험이 있음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solidFill>
                  <a:srgbClr val="00B0F0"/>
                </a:solidFill>
              </a:rPr>
              <a:t>깊이 우선 탐색</a:t>
            </a:r>
            <a:r>
              <a:rPr lang="en-US" altLang="ko-KR" sz="2000" dirty="0">
                <a:solidFill>
                  <a:srgbClr val="00B0F0"/>
                </a:solidFill>
              </a:rPr>
              <a:t>(DFS)</a:t>
            </a:r>
            <a:r>
              <a:rPr lang="ko-KR" altLang="en-US" sz="2000" dirty="0">
                <a:solidFill>
                  <a:srgbClr val="00B0F0"/>
                </a:solidFill>
              </a:rPr>
              <a:t>의 구현</a:t>
            </a:r>
            <a:endParaRPr lang="en-US" altLang="ko-KR" sz="20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00B0F0"/>
                </a:solidFill>
              </a:rPr>
              <a:t>구현 방법 </a:t>
            </a:r>
            <a:r>
              <a:rPr lang="en-US" altLang="ko-KR" sz="2000" dirty="0">
                <a:solidFill>
                  <a:srgbClr val="00B0F0"/>
                </a:solidFill>
              </a:rPr>
              <a:t>2</a:t>
            </a:r>
            <a:r>
              <a:rPr lang="ko-KR" altLang="en-US" sz="2000" dirty="0">
                <a:solidFill>
                  <a:srgbClr val="00B0F0"/>
                </a:solidFill>
              </a:rPr>
              <a:t>가지</a:t>
            </a:r>
            <a:endParaRPr lang="en-US" altLang="ko-KR" sz="20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ko-KR" altLang="en-US" sz="2000" dirty="0"/>
              <a:t>순환 호출 이용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명시적인 스택 사용 명시적인 스택을 사용하여 방문한 정점들을 스택에 저장하였다가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 다시 꺼내어 작업</a:t>
            </a:r>
          </a:p>
        </p:txBody>
      </p:sp>
    </p:spTree>
    <p:extLst>
      <p:ext uri="{BB962C8B-B14F-4D97-AF65-F5344CB8AC3E}">
        <p14:creationId xmlns:p14="http://schemas.microsoft.com/office/powerpoint/2010/main" val="2535854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t1.daumcdn.net/cfile/tistory/9975B03359D493DC0E">
            <a:extLst>
              <a:ext uri="{FF2B5EF4-FFF2-40B4-BE49-F238E27FC236}">
                <a16:creationId xmlns:a16="http://schemas.microsoft.com/office/drawing/2014/main" id="{5808A370-DD5A-4926-9AA6-48FF130CE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677" y="1522736"/>
            <a:ext cx="8110246" cy="455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E8B82A-1E87-459F-B598-631B3679FA26}"/>
              </a:ext>
            </a:extLst>
          </p:cNvPr>
          <p:cNvSpPr txBox="1"/>
          <p:nvPr/>
        </p:nvSpPr>
        <p:spPr>
          <a:xfrm>
            <a:off x="922789" y="644061"/>
            <a:ext cx="2474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DSF </a:t>
            </a:r>
            <a:r>
              <a:rPr lang="ko-KR" altLang="en-US" sz="2800" dirty="0"/>
              <a:t>순환 과정</a:t>
            </a:r>
          </a:p>
        </p:txBody>
      </p:sp>
    </p:spTree>
    <p:extLst>
      <p:ext uri="{BB962C8B-B14F-4D97-AF65-F5344CB8AC3E}">
        <p14:creationId xmlns:p14="http://schemas.microsoft.com/office/powerpoint/2010/main" val="13289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2069FD-D3E4-4244-A529-0A3DDF3B1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563" y="65929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DFS </a:t>
            </a:r>
            <a:r>
              <a:rPr lang="ko-KR" altLang="en-US" dirty="0"/>
              <a:t>순환 과정</a:t>
            </a:r>
          </a:p>
        </p:txBody>
      </p:sp>
      <p:pic>
        <p:nvPicPr>
          <p:cNvPr id="1028" name="Picture 4" descr="https://t1.daumcdn.net/cfile/tistory/99E6FB3359D493DC07">
            <a:extLst>
              <a:ext uri="{FF2B5EF4-FFF2-40B4-BE49-F238E27FC236}">
                <a16:creationId xmlns:a16="http://schemas.microsoft.com/office/drawing/2014/main" id="{C91EA0CD-0268-419D-98F9-6FC9EB3EF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981" y="1297318"/>
            <a:ext cx="8275209" cy="4652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0603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t1.daumcdn.net/cfile/tistory/9907903359D493DD15">
            <a:extLst>
              <a:ext uri="{FF2B5EF4-FFF2-40B4-BE49-F238E27FC236}">
                <a16:creationId xmlns:a16="http://schemas.microsoft.com/office/drawing/2014/main" id="{2096D157-7A60-4CF4-84B5-EC1E79BA8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7654" y="1492898"/>
            <a:ext cx="8024063" cy="4511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7B3A4C3-C897-4695-AA36-36D55A73612A}"/>
              </a:ext>
            </a:extLst>
          </p:cNvPr>
          <p:cNvSpPr/>
          <p:nvPr/>
        </p:nvSpPr>
        <p:spPr>
          <a:xfrm>
            <a:off x="989596" y="669347"/>
            <a:ext cx="23358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/>
              <a:t>DSF </a:t>
            </a:r>
            <a:r>
              <a:rPr lang="ko-KR" altLang="en-US" sz="2800" dirty="0"/>
              <a:t>순환 과정</a:t>
            </a:r>
          </a:p>
        </p:txBody>
      </p:sp>
    </p:spTree>
    <p:extLst>
      <p:ext uri="{BB962C8B-B14F-4D97-AF65-F5344CB8AC3E}">
        <p14:creationId xmlns:p14="http://schemas.microsoft.com/office/powerpoint/2010/main" val="166562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t1.daumcdn.net/cfile/tistory/99F6953359D493DD37">
            <a:extLst>
              <a:ext uri="{FF2B5EF4-FFF2-40B4-BE49-F238E27FC236}">
                <a16:creationId xmlns:a16="http://schemas.microsoft.com/office/drawing/2014/main" id="{61BF289C-EA4E-46D3-A893-2034DFF1D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6655" y="1364117"/>
            <a:ext cx="7913364" cy="444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42C78129-837F-4423-AAC6-125086893DAC}"/>
              </a:ext>
            </a:extLst>
          </p:cNvPr>
          <p:cNvSpPr/>
          <p:nvPr/>
        </p:nvSpPr>
        <p:spPr>
          <a:xfrm>
            <a:off x="989596" y="669347"/>
            <a:ext cx="23358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/>
              <a:t>DSF </a:t>
            </a:r>
            <a:r>
              <a:rPr lang="ko-KR" altLang="en-US" sz="2800" dirty="0"/>
              <a:t>순환 과정</a:t>
            </a:r>
          </a:p>
        </p:txBody>
      </p:sp>
    </p:spTree>
    <p:extLst>
      <p:ext uri="{BB962C8B-B14F-4D97-AF65-F5344CB8AC3E}">
        <p14:creationId xmlns:p14="http://schemas.microsoft.com/office/powerpoint/2010/main" val="2878495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t1.daumcdn.net/cfile/tistory/99786C3359D493DD0E">
            <a:extLst>
              <a:ext uri="{FF2B5EF4-FFF2-40B4-BE49-F238E27FC236}">
                <a16:creationId xmlns:a16="http://schemas.microsoft.com/office/drawing/2014/main" id="{6EDCB0C4-1E54-4A76-98C7-63B623999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682" y="1518712"/>
            <a:ext cx="8129124" cy="457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D32B464-0A08-417A-B591-E2AA161E3AD3}"/>
              </a:ext>
            </a:extLst>
          </p:cNvPr>
          <p:cNvSpPr/>
          <p:nvPr/>
        </p:nvSpPr>
        <p:spPr>
          <a:xfrm>
            <a:off x="989596" y="669347"/>
            <a:ext cx="23358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/>
              <a:t>DSF </a:t>
            </a:r>
            <a:r>
              <a:rPr lang="ko-KR" altLang="en-US" sz="2800" dirty="0"/>
              <a:t>순환 과정</a:t>
            </a:r>
          </a:p>
        </p:txBody>
      </p:sp>
    </p:spTree>
    <p:extLst>
      <p:ext uri="{BB962C8B-B14F-4D97-AF65-F5344CB8AC3E}">
        <p14:creationId xmlns:p14="http://schemas.microsoft.com/office/powerpoint/2010/main" val="4197689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t1.daumcdn.net/cfile/tistory/990A2A3359D493DE15">
            <a:extLst>
              <a:ext uri="{FF2B5EF4-FFF2-40B4-BE49-F238E27FC236}">
                <a16:creationId xmlns:a16="http://schemas.microsoft.com/office/drawing/2014/main" id="{C79CB232-3AC1-4158-AF22-46685CABA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951" y="1426284"/>
            <a:ext cx="8184511" cy="4601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0E0D818-0009-4F7E-B9C7-ED74890DCDF2}"/>
              </a:ext>
            </a:extLst>
          </p:cNvPr>
          <p:cNvSpPr/>
          <p:nvPr/>
        </p:nvSpPr>
        <p:spPr>
          <a:xfrm>
            <a:off x="989596" y="669347"/>
            <a:ext cx="23358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/>
              <a:t>DSF </a:t>
            </a:r>
            <a:r>
              <a:rPr lang="ko-KR" altLang="en-US" sz="2800" dirty="0"/>
              <a:t>순환 과정</a:t>
            </a:r>
          </a:p>
        </p:txBody>
      </p:sp>
    </p:spTree>
    <p:extLst>
      <p:ext uri="{BB962C8B-B14F-4D97-AF65-F5344CB8AC3E}">
        <p14:creationId xmlns:p14="http://schemas.microsoft.com/office/powerpoint/2010/main" val="913809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t1.daumcdn.net/cfile/tistory/99292D3359D493DE03">
            <a:extLst>
              <a:ext uri="{FF2B5EF4-FFF2-40B4-BE49-F238E27FC236}">
                <a16:creationId xmlns:a16="http://schemas.microsoft.com/office/drawing/2014/main" id="{68305414-3D43-4AE3-B550-81C2657C8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386" y="1373447"/>
            <a:ext cx="8296858" cy="4664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0B5ED23-3FC2-4BF9-810D-22A2D8DA9EB3}"/>
              </a:ext>
            </a:extLst>
          </p:cNvPr>
          <p:cNvSpPr/>
          <p:nvPr/>
        </p:nvSpPr>
        <p:spPr>
          <a:xfrm>
            <a:off x="989596" y="669347"/>
            <a:ext cx="23358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/>
              <a:t>DSF </a:t>
            </a:r>
            <a:r>
              <a:rPr lang="ko-KR" altLang="en-US" sz="2800" dirty="0"/>
              <a:t>순환 과정</a:t>
            </a:r>
          </a:p>
        </p:txBody>
      </p:sp>
    </p:spTree>
    <p:extLst>
      <p:ext uri="{BB962C8B-B14F-4D97-AF65-F5344CB8AC3E}">
        <p14:creationId xmlns:p14="http://schemas.microsoft.com/office/powerpoint/2010/main" val="546525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t1.daumcdn.net/cfile/tistory/99EFBA3359D493DF09">
            <a:extLst>
              <a:ext uri="{FF2B5EF4-FFF2-40B4-BE49-F238E27FC236}">
                <a16:creationId xmlns:a16="http://schemas.microsoft.com/office/drawing/2014/main" id="{337CB7D6-1D99-4C78-B9C5-CF29470F5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063" y="1350933"/>
            <a:ext cx="8311689" cy="4672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265470D-0C5A-4438-8B0F-B0A36E5DC4C2}"/>
              </a:ext>
            </a:extLst>
          </p:cNvPr>
          <p:cNvSpPr/>
          <p:nvPr/>
        </p:nvSpPr>
        <p:spPr>
          <a:xfrm>
            <a:off x="989596" y="669347"/>
            <a:ext cx="23358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dirty="0"/>
              <a:t>DSF </a:t>
            </a:r>
            <a:r>
              <a:rPr lang="ko-KR" altLang="en-US" sz="2800" dirty="0"/>
              <a:t>순환 과정</a:t>
            </a:r>
          </a:p>
        </p:txBody>
      </p:sp>
    </p:spTree>
    <p:extLst>
      <p:ext uri="{BB962C8B-B14F-4D97-AF65-F5344CB8AC3E}">
        <p14:creationId xmlns:p14="http://schemas.microsoft.com/office/powerpoint/2010/main" val="2360478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0983BB-766F-480F-9F4B-C9FE30ABC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6011"/>
            <a:ext cx="10515600" cy="527934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모든 탐색이 종료되고</a:t>
            </a:r>
            <a:r>
              <a:rPr lang="en-US" altLang="ko-KR" sz="2000" dirty="0"/>
              <a:t>, </a:t>
            </a:r>
            <a:r>
              <a:rPr lang="ko-KR" altLang="en-US" sz="2000" dirty="0"/>
              <a:t>지금까지 </a:t>
            </a:r>
            <a:r>
              <a:rPr lang="ko-KR" altLang="en-US" sz="2000" dirty="0" err="1"/>
              <a:t>방문된</a:t>
            </a:r>
            <a:r>
              <a:rPr lang="ko-KR" altLang="en-US" sz="2000" dirty="0"/>
              <a:t> 출력을 확인하면 </a:t>
            </a:r>
            <a:r>
              <a:rPr lang="en-US" altLang="ko-KR" sz="2000" dirty="0"/>
              <a:t>5 - 4 - 3 - 2 - 1 </a:t>
            </a:r>
            <a:r>
              <a:rPr lang="ko-KR" altLang="en-US" sz="2000" dirty="0"/>
              <a:t>임을 알 수 있음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/>
              <a:t>만약 입력할 시 간선의 정보입력 순서를 바꾸면 출력결과가 달라 질 수 있음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000" dirty="0"/>
              <a:t>그 이유는 먼저 입력한 간선을 우선순위로 깊이탐색을 했기 때문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solidFill>
                  <a:srgbClr val="00B0F0"/>
                </a:solidFill>
              </a:rPr>
              <a:t>보통의 경우 탐색해야 할 간선 중 가장 작거나 가장 큰 정점에게 우선 탐색할 우선권을 </a:t>
            </a:r>
            <a:endParaRPr lang="en-US" altLang="ko-KR" sz="2000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ko-KR" altLang="en-US" sz="2000" dirty="0">
                <a:solidFill>
                  <a:srgbClr val="00B0F0"/>
                </a:solidFill>
              </a:rPr>
              <a:t>주는 것으로 구현되어 있음</a:t>
            </a:r>
            <a:r>
              <a:rPr lang="en-US" altLang="ko-KR" sz="2000" dirty="0">
                <a:solidFill>
                  <a:srgbClr val="00B0F0"/>
                </a:solidFill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3562408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FDDBBB-D2A9-45DD-99E6-00FDCD4B1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14"/>
            <a:ext cx="10515600" cy="5044449"/>
          </a:xfrm>
        </p:spPr>
        <p:txBody>
          <a:bodyPr/>
          <a:lstStyle/>
          <a:p>
            <a:r>
              <a:rPr lang="en-US" altLang="ko-KR" dirty="0">
                <a:hlinkClick r:id="rId2"/>
              </a:rPr>
              <a:t>https://limkydev.tistory.com/93</a:t>
            </a:r>
            <a:endParaRPr lang="en-US" altLang="ko-KR" dirty="0"/>
          </a:p>
          <a:p>
            <a:r>
              <a:rPr lang="en-US" altLang="ko-KR" dirty="0">
                <a:hlinkClick r:id="rId3"/>
              </a:rPr>
              <a:t>https://gmlwjd9405.github.io/2018/08/14/algorithm-dfs.html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5825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315</Words>
  <Application>Microsoft Office PowerPoint</Application>
  <PresentationFormat>와이드스크린</PresentationFormat>
  <Paragraphs>47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Calibri</vt:lpstr>
      <vt:lpstr>Calibri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진일</dc:creator>
  <cp:lastModifiedBy>김 진일</cp:lastModifiedBy>
  <cp:revision>2</cp:revision>
  <dcterms:created xsi:type="dcterms:W3CDTF">2019-07-02T04:34:03Z</dcterms:created>
  <dcterms:modified xsi:type="dcterms:W3CDTF">2019-07-02T04:38:25Z</dcterms:modified>
</cp:coreProperties>
</file>