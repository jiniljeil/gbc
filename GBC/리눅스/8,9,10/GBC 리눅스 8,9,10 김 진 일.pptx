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301" r:id="rId4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6" autoAdjust="0"/>
    <p:restoredTop sz="94660"/>
  </p:normalViewPr>
  <p:slideViewPr>
    <p:cSldViewPr snapToGrid="0">
      <p:cViewPr varScale="1">
        <p:scale>
          <a:sx n="88" d="100"/>
          <a:sy n="88" d="100"/>
        </p:scale>
        <p:origin x="36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7/24/2019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7/24/2019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7/24/2019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7/24/2019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7/24/2019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7/24/2019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7/24/2019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7/24/2019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7/24/2019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7/24/2019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7/24/2019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dirty="0"/>
              <a:pPr/>
              <a:t>7/24/2019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1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1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1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1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1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://mclab.silla.ac.kr/lecture/201601/sm/sm_lecture_08.pdf" TargetMode="External"/><Relationship Id="rId2" Type="http://schemas.openxmlformats.org/officeDocument/2006/relationships/hyperlink" Target="https://redscreen.tistory.com/15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D79AC7-B3D9-4CD5-8CE2-3FD1A9DC5F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ko-KR" sz="40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GBC </a:t>
            </a:r>
            <a:r>
              <a:rPr lang="ko-KR" altLang="en-US" sz="40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리눅스 </a:t>
            </a:r>
            <a:r>
              <a:rPr lang="en-US" altLang="ko-KR" sz="40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8,9,10</a:t>
            </a:r>
            <a:br>
              <a:rPr lang="en-US" altLang="ko-KR" sz="4000" dirty="0">
                <a:latin typeface="한컴 고딕" panose="02000500000000000000" pitchFamily="2" charset="-127"/>
                <a:ea typeface="한컴 고딕" panose="02000500000000000000" pitchFamily="2" charset="-127"/>
              </a:rPr>
            </a:br>
            <a:r>
              <a:rPr lang="en-US" altLang="ko-KR" sz="30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21900195 </a:t>
            </a:r>
            <a:r>
              <a:rPr lang="ko-KR" altLang="en-US" sz="3000">
                <a:latin typeface="한컴 고딕" panose="02000500000000000000" pitchFamily="2" charset="-127"/>
                <a:ea typeface="한컴 고딕" panose="02000500000000000000" pitchFamily="2" charset="-127"/>
              </a:rPr>
              <a:t>김진일 </a:t>
            </a:r>
            <a:r>
              <a:rPr lang="ko-KR" altLang="en-US" sz="3000" smtClean="0">
                <a:latin typeface="한컴 고딕" panose="02000500000000000000" pitchFamily="2" charset="-127"/>
                <a:ea typeface="한컴 고딕" panose="02000500000000000000" pitchFamily="2" charset="-127"/>
              </a:rPr>
              <a:t>  </a:t>
            </a:r>
            <a:endParaRPr lang="ko-KR" altLang="en-US" sz="30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415413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861154-00C0-4644-8D08-E03090868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000" dirty="0"/>
              <a:t>리눅스의 부팅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FB3C3AF-79AC-43B3-BD52-7D6E22E6C3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리눅스의 부팅 </a:t>
            </a:r>
            <a:r>
              <a:rPr lang="en-US" altLang="ko-KR" dirty="0"/>
              <a:t>: PC</a:t>
            </a:r>
            <a:r>
              <a:rPr lang="ko-KR" altLang="en-US" dirty="0"/>
              <a:t>의 전원을 켜는 순간부터 리눅스가 완전히 동작하여 로그인 프롬프트가 출력될 </a:t>
            </a:r>
            <a:r>
              <a:rPr lang="ko-KR" altLang="en-US" dirty="0" err="1"/>
              <a:t>때까지를</a:t>
            </a:r>
            <a:r>
              <a:rPr lang="ko-KR" altLang="en-US" dirty="0"/>
              <a:t> 의미</a:t>
            </a:r>
          </a:p>
          <a:p>
            <a:r>
              <a:rPr lang="en-US" altLang="ko-KR" dirty="0"/>
              <a:t>1. PC </a:t>
            </a:r>
            <a:r>
              <a:rPr lang="ko-KR" altLang="en-US" dirty="0"/>
              <a:t>부팅 </a:t>
            </a:r>
            <a:r>
              <a:rPr lang="en-US" altLang="ko-KR" dirty="0"/>
              <a:t>: </a:t>
            </a:r>
            <a:r>
              <a:rPr lang="ko-KR" altLang="en-US" dirty="0"/>
              <a:t>전원 </a:t>
            </a:r>
            <a:r>
              <a:rPr lang="en-US" altLang="ko-KR" dirty="0"/>
              <a:t>ON -&gt; </a:t>
            </a:r>
            <a:r>
              <a:rPr lang="ko-KR" altLang="en-US" dirty="0"/>
              <a:t>바이오스 단계</a:t>
            </a:r>
          </a:p>
          <a:p>
            <a:r>
              <a:rPr lang="en-US" altLang="ko-KR" dirty="0"/>
              <a:t>2. </a:t>
            </a:r>
            <a:r>
              <a:rPr lang="ko-KR" altLang="en-US" dirty="0"/>
              <a:t>리눅스 부팅 </a:t>
            </a:r>
            <a:r>
              <a:rPr lang="en-US" altLang="ko-KR" dirty="0"/>
              <a:t>: </a:t>
            </a:r>
            <a:r>
              <a:rPr lang="ko-KR" altLang="en-US" dirty="0"/>
              <a:t>부트 </a:t>
            </a:r>
            <a:r>
              <a:rPr lang="ko-KR" altLang="en-US" dirty="0" err="1"/>
              <a:t>로더</a:t>
            </a:r>
            <a:r>
              <a:rPr lang="ko-KR" altLang="en-US" dirty="0"/>
              <a:t> 관계 </a:t>
            </a:r>
            <a:r>
              <a:rPr lang="en-US" altLang="ko-KR" dirty="0">
                <a:sym typeface="Wingdings" panose="05000000000000000000" pitchFamily="2" charset="2"/>
              </a:rPr>
              <a:t></a:t>
            </a:r>
            <a:r>
              <a:rPr lang="en-US" altLang="ko-KR" dirty="0"/>
              <a:t> </a:t>
            </a:r>
            <a:r>
              <a:rPr lang="ko-KR" altLang="en-US" dirty="0"/>
              <a:t>커널 초기화 단계 </a:t>
            </a:r>
            <a:r>
              <a:rPr lang="en-US" altLang="ko-KR" dirty="0">
                <a:sym typeface="Wingdings" panose="05000000000000000000" pitchFamily="2" charset="2"/>
              </a:rPr>
              <a:t></a:t>
            </a:r>
          </a:p>
          <a:p>
            <a:pPr marL="0" indent="0">
              <a:buNone/>
            </a:pPr>
            <a:r>
              <a:rPr lang="en-US" altLang="ko-KR" dirty="0">
                <a:sym typeface="Wingdings" panose="05000000000000000000" pitchFamily="2" charset="2"/>
              </a:rPr>
              <a:t>     </a:t>
            </a:r>
            <a:r>
              <a:rPr lang="en-US" altLang="ko-KR" dirty="0"/>
              <a:t> </a:t>
            </a:r>
            <a:r>
              <a:rPr lang="en-US" altLang="ko-KR" dirty="0" err="1"/>
              <a:t>systemd</a:t>
            </a:r>
            <a:r>
              <a:rPr lang="en-US" altLang="ko-KR" dirty="0"/>
              <a:t> </a:t>
            </a:r>
            <a:r>
              <a:rPr lang="ko-KR" altLang="en-US" dirty="0"/>
              <a:t>서비스 단계 </a:t>
            </a:r>
            <a:r>
              <a:rPr lang="en-US" altLang="ko-KR" dirty="0">
                <a:sym typeface="Wingdings" panose="05000000000000000000" pitchFamily="2" charset="2"/>
              </a:rPr>
              <a:t></a:t>
            </a:r>
            <a:r>
              <a:rPr lang="en-US" altLang="ko-KR" dirty="0"/>
              <a:t> </a:t>
            </a:r>
            <a:r>
              <a:rPr lang="ko-KR" altLang="en-US" dirty="0"/>
              <a:t>로그인 프롬프트 출력</a:t>
            </a:r>
          </a:p>
          <a:p>
            <a:pPr marL="0" indent="0">
              <a:buNone/>
            </a:pPr>
            <a:endParaRPr lang="ko-KR" altLang="en-US" dirty="0"/>
          </a:p>
          <a:p>
            <a:r>
              <a:rPr lang="ko-KR" altLang="en-US" dirty="0"/>
              <a:t>리눅스 시스템의 부팅 과정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pic>
        <p:nvPicPr>
          <p:cNvPr id="1028" name="Picture 4" descr="ë¦¬ëì¤ ë°ì´ì¤ì¤ ë¨ê³ì ëí ì´ë¯¸ì§ ê²ìê²°ê³¼">
            <a:extLst>
              <a:ext uri="{FF2B5EF4-FFF2-40B4-BE49-F238E27FC236}">
                <a16:creationId xmlns:a16="http://schemas.microsoft.com/office/drawing/2014/main" id="{332D48E2-AD9A-4C5D-89BE-C9062A1457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4312" y="3676650"/>
            <a:ext cx="7000875" cy="1866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50609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3EF301-5DBD-4392-AA2C-48725A9F9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000" dirty="0"/>
              <a:t>바이오스 단계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BA2299-0A16-47AD-9084-92318601FD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바이오스 단계 </a:t>
            </a:r>
            <a:endParaRPr lang="en-US" altLang="ko-KR" dirty="0"/>
          </a:p>
          <a:p>
            <a:r>
              <a:rPr lang="en-US" altLang="ko-KR" dirty="0">
                <a:sym typeface="Wingdings" panose="05000000000000000000" pitchFamily="2" charset="2"/>
              </a:rPr>
              <a:t></a:t>
            </a:r>
            <a:r>
              <a:rPr lang="en-US" altLang="ko-KR" dirty="0"/>
              <a:t>PC</a:t>
            </a:r>
            <a:r>
              <a:rPr lang="ko-KR" altLang="en-US" dirty="0"/>
              <a:t>의 전원 스위치를 켜서 부팅하면 제일 먼저 바이오스</a:t>
            </a:r>
            <a:r>
              <a:rPr lang="en-US" altLang="ko-KR" dirty="0"/>
              <a:t>(BIOS,</a:t>
            </a:r>
          </a:p>
          <a:p>
            <a:pPr marL="0" indent="0">
              <a:buNone/>
            </a:pPr>
            <a:r>
              <a:rPr lang="en-US" altLang="ko-KR" dirty="0"/>
              <a:t>     Basic input/output system)</a:t>
            </a:r>
            <a:r>
              <a:rPr lang="ko-KR" altLang="en-US" dirty="0"/>
              <a:t>가 동작</a:t>
            </a:r>
          </a:p>
          <a:p>
            <a:r>
              <a:rPr lang="en-US" altLang="ko-KR" dirty="0">
                <a:sym typeface="Wingdings" panose="05000000000000000000" pitchFamily="2" charset="2"/>
              </a:rPr>
              <a:t></a:t>
            </a:r>
            <a:r>
              <a:rPr lang="ko-KR" altLang="en-US" dirty="0"/>
              <a:t>보통 </a:t>
            </a:r>
            <a:r>
              <a:rPr lang="en-US" altLang="ko-KR" dirty="0"/>
              <a:t>ROM</a:t>
            </a:r>
            <a:r>
              <a:rPr lang="ko-KR" altLang="en-US" dirty="0"/>
              <a:t>에 저장 되어있는 바이오스는 </a:t>
            </a:r>
            <a:r>
              <a:rPr lang="en-US" altLang="ko-KR" dirty="0"/>
              <a:t>PC</a:t>
            </a:r>
            <a:r>
              <a:rPr lang="ko-KR" altLang="en-US" dirty="0"/>
              <a:t>에 장착된 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 </a:t>
            </a:r>
            <a:r>
              <a:rPr lang="ko-KR" altLang="en-US" dirty="0"/>
              <a:t>기본적인 하드웨어의 상태를 확인한 후 부팅 장치를 선택하여 </a:t>
            </a:r>
          </a:p>
          <a:p>
            <a:pPr marL="0" indent="0">
              <a:buNone/>
            </a:pPr>
            <a:r>
              <a:rPr lang="ko-KR" altLang="en-US" dirty="0"/>
              <a:t>    부팅 디스크의 첫 섹터에서 </a:t>
            </a:r>
            <a:r>
              <a:rPr lang="en-US" altLang="ko-KR" dirty="0"/>
              <a:t>512 </a:t>
            </a:r>
            <a:r>
              <a:rPr lang="ko-KR" altLang="en-US" dirty="0"/>
              <a:t>바이트</a:t>
            </a:r>
            <a:r>
              <a:rPr lang="en-US" altLang="ko-KR" dirty="0"/>
              <a:t>(</a:t>
            </a:r>
            <a:r>
              <a:rPr lang="ko-KR" altLang="en-US" dirty="0"/>
              <a:t>마스터 부트 레코드</a:t>
            </a:r>
            <a:r>
              <a:rPr lang="en-US" altLang="ko-KR" dirty="0"/>
              <a:t>,</a:t>
            </a:r>
          </a:p>
          <a:p>
            <a:pPr marL="0" indent="0">
              <a:buNone/>
            </a:pPr>
            <a:r>
              <a:rPr lang="en-US" altLang="ko-KR" dirty="0"/>
              <a:t>     MBR)</a:t>
            </a:r>
            <a:r>
              <a:rPr lang="ko-KR" altLang="en-US" dirty="0"/>
              <a:t>를 로딩 </a:t>
            </a:r>
          </a:p>
          <a:p>
            <a:r>
              <a:rPr lang="en-US" altLang="ko-KR" dirty="0">
                <a:sym typeface="Wingdings" panose="05000000000000000000" pitchFamily="2" charset="2"/>
              </a:rPr>
              <a:t></a:t>
            </a:r>
            <a:r>
              <a:rPr lang="ko-KR" altLang="en-US" dirty="0"/>
              <a:t>메모리에 로딩된 </a:t>
            </a:r>
            <a:r>
              <a:rPr lang="en-US" altLang="ko-KR" dirty="0"/>
              <a:t>MBR</a:t>
            </a:r>
            <a:r>
              <a:rPr lang="ko-KR" altLang="en-US" dirty="0"/>
              <a:t>는 부트 </a:t>
            </a:r>
            <a:r>
              <a:rPr lang="ko-KR" altLang="en-US" dirty="0" err="1"/>
              <a:t>로더를</a:t>
            </a:r>
            <a:r>
              <a:rPr lang="ko-KR" altLang="en-US" dirty="0"/>
              <a:t> 찾아 메모리에 </a:t>
            </a:r>
            <a:r>
              <a:rPr lang="ko-KR" altLang="en-US" dirty="0" err="1"/>
              <a:t>로딩하는</a:t>
            </a:r>
            <a:r>
              <a:rPr lang="ko-KR" altLang="en-US" dirty="0"/>
              <a:t> 작업까지 수행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051E521-7F7E-43CB-8674-965EE6E3C9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0551" y="4597713"/>
            <a:ext cx="5828183" cy="1280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1788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99D51D-5C98-4C05-8A95-C51DD471E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000" dirty="0"/>
              <a:t>  부트 </a:t>
            </a:r>
            <a:r>
              <a:rPr lang="ko-KR" altLang="en-US" sz="3000" dirty="0" err="1"/>
              <a:t>로더</a:t>
            </a:r>
            <a:r>
              <a:rPr lang="ko-KR" altLang="en-US" sz="3000" dirty="0"/>
              <a:t> 단계</a:t>
            </a:r>
            <a:r>
              <a:rPr lang="en-US" altLang="ko-KR" sz="3000" dirty="0"/>
              <a:t/>
            </a:r>
            <a:br>
              <a:rPr lang="en-US" altLang="ko-KR" sz="3000" dirty="0"/>
            </a:br>
            <a:r>
              <a:rPr lang="ko-KR" altLang="en-US" sz="3000" dirty="0"/>
              <a:t>커널 초기화 단계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4C4EF85-704B-4DA6-B49D-BC1E7F593F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부트 </a:t>
            </a:r>
            <a:r>
              <a:rPr lang="ko-KR" altLang="en-US" dirty="0" err="1"/>
              <a:t>로더</a:t>
            </a:r>
            <a:r>
              <a:rPr lang="ko-KR" altLang="en-US" dirty="0"/>
              <a:t> 단계</a:t>
            </a:r>
          </a:p>
          <a:p>
            <a:r>
              <a:rPr lang="ko-KR" altLang="en-US" dirty="0"/>
              <a:t>부트 </a:t>
            </a:r>
            <a:r>
              <a:rPr lang="ko-KR" altLang="en-US" dirty="0" err="1"/>
              <a:t>로더는</a:t>
            </a:r>
            <a:r>
              <a:rPr lang="ko-KR" altLang="en-US" dirty="0"/>
              <a:t> 리눅스 커널을 메모리에 </a:t>
            </a:r>
            <a:r>
              <a:rPr lang="ko-KR" altLang="en-US" dirty="0" err="1"/>
              <a:t>로딩하는</a:t>
            </a:r>
            <a:r>
              <a:rPr lang="ko-KR" altLang="en-US" dirty="0"/>
              <a:t> 역할을 수행 </a:t>
            </a:r>
          </a:p>
          <a:p>
            <a:r>
              <a:rPr lang="ko-KR" altLang="en-US" dirty="0"/>
              <a:t>대표적인 부트 </a:t>
            </a:r>
            <a:r>
              <a:rPr lang="ko-KR" altLang="en-US" dirty="0" err="1"/>
              <a:t>로더</a:t>
            </a:r>
            <a:r>
              <a:rPr lang="ko-KR" altLang="en-US" dirty="0"/>
              <a:t> </a:t>
            </a:r>
            <a:r>
              <a:rPr lang="en-US" altLang="ko-KR" dirty="0"/>
              <a:t>: GRUB </a:t>
            </a:r>
            <a:r>
              <a:rPr lang="ko-KR" altLang="en-US" dirty="0"/>
              <a:t>와 </a:t>
            </a:r>
            <a:r>
              <a:rPr lang="en-US" altLang="ko-KR" dirty="0"/>
              <a:t>LILO</a:t>
            </a:r>
          </a:p>
          <a:p>
            <a:endParaRPr lang="en-US" altLang="ko-KR" dirty="0"/>
          </a:p>
          <a:p>
            <a:r>
              <a:rPr lang="ko-KR" altLang="en-US" dirty="0"/>
              <a:t>커널 초기화 단계</a:t>
            </a:r>
          </a:p>
          <a:p>
            <a:r>
              <a:rPr lang="ko-KR" altLang="en-US" dirty="0"/>
              <a:t>부트 </a:t>
            </a:r>
            <a:r>
              <a:rPr lang="ko-KR" altLang="en-US" dirty="0" err="1"/>
              <a:t>로더에</a:t>
            </a:r>
            <a:r>
              <a:rPr lang="ko-KR" altLang="en-US" dirty="0"/>
              <a:t> 의해 메모리에 로딩된 커널은 가장 먼저 시스템에 연결된 메모리</a:t>
            </a:r>
            <a:r>
              <a:rPr lang="en-US" altLang="ko-KR" dirty="0"/>
              <a:t>, </a:t>
            </a:r>
            <a:r>
              <a:rPr lang="ko-KR" altLang="en-US" dirty="0"/>
              <a:t>디스크</a:t>
            </a:r>
            <a:r>
              <a:rPr lang="en-US" altLang="ko-KR" dirty="0"/>
              <a:t>, </a:t>
            </a:r>
            <a:r>
              <a:rPr lang="ko-KR" altLang="en-US" dirty="0"/>
              <a:t>키보드</a:t>
            </a:r>
            <a:r>
              <a:rPr lang="en-US" altLang="ko-KR" dirty="0"/>
              <a:t>, </a:t>
            </a:r>
            <a:r>
              <a:rPr lang="ko-KR" altLang="en-US" dirty="0"/>
              <a:t>마우스 등 장치들을 검사함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리눅스를 처음 시스템에 설치할 때 사용 가능한 하드웨어 정보를 미리 확인했다가</a:t>
            </a:r>
            <a:r>
              <a:rPr lang="en-US" altLang="ko-KR" dirty="0"/>
              <a:t>, </a:t>
            </a:r>
            <a:r>
              <a:rPr lang="ko-KR" altLang="en-US" dirty="0"/>
              <a:t>부팅할 때 이 장치들이 사용 가능한 상태로 유지되고 있는지 확인</a:t>
            </a:r>
          </a:p>
          <a:p>
            <a:r>
              <a:rPr lang="ko-KR" altLang="en-US" dirty="0"/>
              <a:t>장치 검사 등 초기화 과정이 끝나면 커널은 프로세스와 스레드를 생성</a:t>
            </a:r>
            <a:r>
              <a:rPr lang="en-US" altLang="ko-KR" dirty="0"/>
              <a:t>, </a:t>
            </a:r>
            <a:r>
              <a:rPr lang="ko-KR" altLang="en-US" dirty="0"/>
              <a:t>그렇게 커널 프로세스들이 생성되면 커널이 수행할 작업을 마치게 됨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519825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4159B4-8D61-4785-961B-1B51847A3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err="1"/>
              <a:t>Systemd</a:t>
            </a:r>
            <a:r>
              <a:rPr lang="en-US" altLang="ko-KR" sz="2400" dirty="0"/>
              <a:t> </a:t>
            </a:r>
            <a:r>
              <a:rPr lang="ko-KR" altLang="en-US" sz="2400" dirty="0"/>
              <a:t>서비스단계 </a:t>
            </a:r>
            <a:r>
              <a:rPr lang="en-US" altLang="ko-KR" sz="2400" dirty="0"/>
              <a:t>, </a:t>
            </a:r>
            <a:r>
              <a:rPr lang="ko-KR" altLang="en-US" sz="2400" dirty="0"/>
              <a:t>로그인 </a:t>
            </a:r>
            <a:r>
              <a:rPr lang="en-US" altLang="ko-KR" sz="2400" dirty="0"/>
              <a:t/>
            </a:r>
            <a:br>
              <a:rPr lang="en-US" altLang="ko-KR" sz="2400" dirty="0"/>
            </a:br>
            <a:r>
              <a:rPr lang="ko-KR" altLang="en-US" sz="2400" dirty="0"/>
              <a:t>프롬프트 출력</a:t>
            </a:r>
            <a:r>
              <a:rPr lang="en-US" altLang="ko-KR" sz="2400" dirty="0"/>
              <a:t>, </a:t>
            </a:r>
            <a:r>
              <a:rPr lang="en-US" altLang="ko-KR" sz="2400" dirty="0" err="1"/>
              <a:t>systemed</a:t>
            </a:r>
            <a:r>
              <a:rPr lang="en-US" altLang="ko-KR" sz="2400" dirty="0"/>
              <a:t> </a:t>
            </a:r>
            <a:r>
              <a:rPr lang="ko-KR" altLang="en-US" sz="2400" dirty="0"/>
              <a:t>서비스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63D1B7-2E8F-442B-9D4C-5469DF0B9A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 err="1"/>
              <a:t>systemd</a:t>
            </a:r>
            <a:r>
              <a:rPr lang="en-US" altLang="ko-KR" dirty="0"/>
              <a:t> </a:t>
            </a:r>
            <a:r>
              <a:rPr lang="ko-KR" altLang="en-US" dirty="0"/>
              <a:t>서비스 단계</a:t>
            </a:r>
          </a:p>
          <a:p>
            <a:pPr marL="0" indent="0">
              <a:buNone/>
            </a:pPr>
            <a:r>
              <a:rPr lang="en-US" altLang="ko-KR" dirty="0"/>
              <a:t>   </a:t>
            </a:r>
            <a:r>
              <a:rPr lang="en-US" altLang="ko-KR" dirty="0" err="1"/>
              <a:t>systemd</a:t>
            </a:r>
            <a:r>
              <a:rPr lang="en-US" altLang="ko-KR" dirty="0"/>
              <a:t> </a:t>
            </a:r>
            <a:r>
              <a:rPr lang="ko-KR" altLang="en-US" dirty="0"/>
              <a:t>서비스는 기존의 </a:t>
            </a:r>
            <a:r>
              <a:rPr lang="en-US" altLang="ko-KR" dirty="0" err="1"/>
              <a:t>init</a:t>
            </a:r>
            <a:r>
              <a:rPr lang="en-US" altLang="ko-KR" dirty="0"/>
              <a:t> </a:t>
            </a:r>
            <a:r>
              <a:rPr lang="ko-KR" altLang="en-US" dirty="0"/>
              <a:t>스크립트를 대체한 것으로 다양한 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</a:t>
            </a:r>
            <a:r>
              <a:rPr lang="ko-KR" altLang="en-US" dirty="0"/>
              <a:t>서비스를 </a:t>
            </a:r>
            <a:r>
              <a:rPr lang="ko-KR" altLang="en-US" dirty="0" err="1"/>
              <a:t>동작시킴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로그인 프롬프트 출력</a:t>
            </a:r>
          </a:p>
          <a:p>
            <a:pPr marL="0" indent="0">
              <a:buNone/>
            </a:pPr>
            <a:r>
              <a:rPr lang="en-US" altLang="ko-KR" dirty="0"/>
              <a:t>    </a:t>
            </a:r>
            <a:r>
              <a:rPr lang="en-US" altLang="ko-KR" dirty="0" err="1"/>
              <a:t>systemd</a:t>
            </a:r>
            <a:r>
              <a:rPr lang="en-US" altLang="ko-KR" dirty="0"/>
              <a:t> </a:t>
            </a:r>
            <a:r>
              <a:rPr lang="ko-KR" altLang="en-US" dirty="0"/>
              <a:t>서비스 단계에는 </a:t>
            </a:r>
            <a:r>
              <a:rPr lang="ko-KR" altLang="en-US" dirty="0" err="1"/>
              <a:t>데몬을</a:t>
            </a:r>
            <a:r>
              <a:rPr lang="ko-KR" altLang="en-US" dirty="0"/>
              <a:t> 모두 실행시킨 뒤 마지막으로  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</a:t>
            </a:r>
            <a:r>
              <a:rPr lang="ko-KR" altLang="en-US" dirty="0"/>
              <a:t>그래픽 로그인 시스템인 </a:t>
            </a:r>
            <a:r>
              <a:rPr lang="en-US" altLang="ko-KR" dirty="0"/>
              <a:t>GDM</a:t>
            </a:r>
            <a:r>
              <a:rPr lang="ko-KR" altLang="en-US" dirty="0"/>
              <a:t>을 </a:t>
            </a:r>
            <a:r>
              <a:rPr lang="ko-KR" altLang="en-US" dirty="0" err="1"/>
              <a:t>동작시키고</a:t>
            </a:r>
            <a:r>
              <a:rPr lang="en-US" altLang="ko-KR" dirty="0"/>
              <a:t>, </a:t>
            </a:r>
            <a:r>
              <a:rPr lang="ko-KR" altLang="en-US" dirty="0"/>
              <a:t>로그인 프롬프트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</a:t>
            </a:r>
            <a:r>
              <a:rPr lang="ko-KR" altLang="en-US" dirty="0"/>
              <a:t>를 출력</a:t>
            </a:r>
          </a:p>
          <a:p>
            <a:r>
              <a:rPr lang="en-US" altLang="ko-KR" dirty="0" err="1"/>
              <a:t>systemed</a:t>
            </a:r>
            <a:r>
              <a:rPr lang="en-US" altLang="ko-KR" dirty="0"/>
              <a:t> </a:t>
            </a:r>
            <a:r>
              <a:rPr lang="ko-KR" altLang="en-US" dirty="0"/>
              <a:t>서비스</a:t>
            </a:r>
          </a:p>
          <a:p>
            <a:pPr marL="0" indent="0">
              <a:buNone/>
            </a:pPr>
            <a:r>
              <a:rPr lang="en-US" altLang="ko-KR" dirty="0"/>
              <a:t>   </a:t>
            </a:r>
            <a:r>
              <a:rPr lang="en-US" altLang="ko-KR" dirty="0" err="1"/>
              <a:t>systemd</a:t>
            </a:r>
            <a:r>
              <a:rPr lang="ko-KR" altLang="en-US" dirty="0"/>
              <a:t>는 리눅스의 시스템과 서비스 관리자로서 기존 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</a:t>
            </a:r>
            <a:r>
              <a:rPr lang="ko-KR" altLang="en-US" dirty="0"/>
              <a:t>유닉스의 </a:t>
            </a:r>
            <a:r>
              <a:rPr lang="en-US" altLang="ko-KR" dirty="0" err="1"/>
              <a:t>init</a:t>
            </a:r>
            <a:r>
              <a:rPr lang="en-US" altLang="ko-KR" dirty="0"/>
              <a:t> </a:t>
            </a:r>
            <a:r>
              <a:rPr lang="ko-KR" altLang="en-US" dirty="0"/>
              <a:t>프로세스가 하던 작업을 대신 수행</a:t>
            </a:r>
          </a:p>
          <a:p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en-US" altLang="ko-KR" dirty="0" err="1"/>
              <a:t>systemd</a:t>
            </a:r>
            <a:r>
              <a:rPr lang="ko-KR" altLang="en-US" dirty="0"/>
              <a:t>는 다양한 서비스 </a:t>
            </a:r>
            <a:r>
              <a:rPr lang="ko-KR" altLang="en-US" dirty="0" err="1"/>
              <a:t>데몬을</a:t>
            </a:r>
            <a:r>
              <a:rPr lang="ko-KR" altLang="en-US" dirty="0"/>
              <a:t> 시작하고</a:t>
            </a:r>
            <a:r>
              <a:rPr lang="en-US" altLang="ko-KR" dirty="0"/>
              <a:t>, </a:t>
            </a:r>
            <a:r>
              <a:rPr lang="ko-KR" altLang="en-US" dirty="0"/>
              <a:t>프로세스들의 상태를 유지하며</a:t>
            </a:r>
            <a:r>
              <a:rPr lang="en-US" altLang="ko-KR" dirty="0"/>
              <a:t>, </a:t>
            </a:r>
            <a:r>
              <a:rPr lang="ko-KR" altLang="en-US" dirty="0"/>
              <a:t>시스템의 상태를 관리</a:t>
            </a:r>
          </a:p>
        </p:txBody>
      </p:sp>
    </p:spTree>
    <p:extLst>
      <p:ext uri="{BB962C8B-B14F-4D97-AF65-F5344CB8AC3E}">
        <p14:creationId xmlns:p14="http://schemas.microsoft.com/office/powerpoint/2010/main" val="23775283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3C97BA-A748-4246-AB52-4992935BC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000" dirty="0"/>
              <a:t>Init </a:t>
            </a:r>
            <a:r>
              <a:rPr lang="ko-KR" altLang="en-US" sz="3000" dirty="0"/>
              <a:t>프로세스 </a:t>
            </a:r>
            <a:r>
              <a:rPr lang="en-US" altLang="ko-KR" sz="3000" dirty="0"/>
              <a:t>,</a:t>
            </a:r>
            <a:br>
              <a:rPr lang="en-US" altLang="ko-KR" sz="3000" dirty="0"/>
            </a:br>
            <a:r>
              <a:rPr lang="ko-KR" altLang="en-US" sz="3000" dirty="0"/>
              <a:t> 런 레벨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1260BD-C234-4EE1-961C-B6035C776D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1.init </a:t>
            </a:r>
            <a:r>
              <a:rPr lang="ko-KR" altLang="en-US" dirty="0"/>
              <a:t>프로세스</a:t>
            </a:r>
          </a:p>
          <a:p>
            <a:r>
              <a:rPr lang="en-US" altLang="ko-KR" dirty="0"/>
              <a:t>PID</a:t>
            </a:r>
            <a:r>
              <a:rPr lang="ko-KR" altLang="en-US" dirty="0"/>
              <a:t>가 </a:t>
            </a:r>
            <a:r>
              <a:rPr lang="en-US" altLang="ko-KR" dirty="0"/>
              <a:t>1</a:t>
            </a:r>
            <a:r>
              <a:rPr lang="ko-KR" altLang="en-US" dirty="0"/>
              <a:t>번인 프로세스로 모든 프로세스의 조상 역할</a:t>
            </a:r>
          </a:p>
          <a:p>
            <a:r>
              <a:rPr lang="en-US" altLang="ko-KR" dirty="0" err="1"/>
              <a:t>init</a:t>
            </a:r>
            <a:r>
              <a:rPr lang="en-US" altLang="ko-KR" dirty="0"/>
              <a:t> </a:t>
            </a:r>
            <a:r>
              <a:rPr lang="ko-KR" altLang="en-US" dirty="0"/>
              <a:t>프로세스는 부팅 과정에서 각종 서비스를 제공하는 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</a:t>
            </a:r>
            <a:r>
              <a:rPr lang="ko-KR" altLang="en-US" dirty="0"/>
              <a:t>셸 스크립트 파일을 실행</a:t>
            </a:r>
          </a:p>
          <a:p>
            <a:r>
              <a:rPr lang="en-US" altLang="ko-KR" dirty="0"/>
              <a:t>2. </a:t>
            </a:r>
            <a:r>
              <a:rPr lang="en-US" altLang="ko-KR" dirty="0" err="1"/>
              <a:t>init</a:t>
            </a:r>
            <a:r>
              <a:rPr lang="en-US" altLang="ko-KR" dirty="0"/>
              <a:t> </a:t>
            </a:r>
            <a:r>
              <a:rPr lang="ko-KR" altLang="en-US" dirty="0"/>
              <a:t>프로세스와 </a:t>
            </a:r>
            <a:r>
              <a:rPr lang="ko-KR" altLang="en-US" dirty="0" err="1"/>
              <a:t>런레벨</a:t>
            </a:r>
            <a:endParaRPr lang="ko-KR" altLang="en-US" dirty="0"/>
          </a:p>
          <a:p>
            <a:r>
              <a:rPr lang="en-US" altLang="ko-KR" dirty="0" err="1"/>
              <a:t>init</a:t>
            </a:r>
            <a:r>
              <a:rPr lang="ko-KR" altLang="en-US" dirty="0"/>
              <a:t>는 시스템의 단계를 일곱 개로 정의하여 구분하고 각 단계에 따라 셸 스크립트를 실행</a:t>
            </a:r>
          </a:p>
          <a:p>
            <a:r>
              <a:rPr lang="ko-KR" altLang="en-US" dirty="0" err="1"/>
              <a:t>런레벨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단계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A3B4149-F1E8-4243-91A6-5B17EA696E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1036" y="3536242"/>
            <a:ext cx="4071507" cy="2457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3232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44B143-C0F7-46A0-B3C1-49B9044CC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Systemd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1AFEC44-829D-4418-A14C-4A15206C72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3. </a:t>
            </a:r>
            <a:r>
              <a:rPr lang="en-US" altLang="ko-KR" dirty="0" err="1"/>
              <a:t>systemd</a:t>
            </a:r>
            <a:r>
              <a:rPr lang="ko-KR" altLang="en-US" dirty="0"/>
              <a:t>의 기본 개념</a:t>
            </a:r>
          </a:p>
          <a:p>
            <a:r>
              <a:rPr lang="ko-KR" altLang="en-US" dirty="0"/>
              <a:t>    </a:t>
            </a:r>
            <a:r>
              <a:rPr lang="en-US" altLang="ko-KR" dirty="0" err="1"/>
              <a:t>systemd</a:t>
            </a:r>
            <a:r>
              <a:rPr lang="en-US" altLang="ko-KR" dirty="0"/>
              <a:t> </a:t>
            </a:r>
            <a:r>
              <a:rPr lang="ko-KR" altLang="en-US" dirty="0"/>
              <a:t>는 전체 시스템을 시작하고 관리하는데 유닛이라 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   </a:t>
            </a:r>
            <a:r>
              <a:rPr lang="ko-KR" altLang="en-US" dirty="0"/>
              <a:t>부르는 구성 요소를 사용하고 </a:t>
            </a:r>
          </a:p>
          <a:p>
            <a:r>
              <a:rPr lang="ko-KR" altLang="en-US" dirty="0"/>
              <a:t>  같은 유닛들을 구분하여 관리하며</a:t>
            </a:r>
            <a:r>
              <a:rPr lang="en-US" altLang="ko-KR" dirty="0"/>
              <a:t>, </a:t>
            </a:r>
            <a:r>
              <a:rPr lang="ko-KR" altLang="en-US" dirty="0"/>
              <a:t>관리 대상의 이름을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   </a:t>
            </a:r>
            <a:r>
              <a:rPr lang="ko-KR" altLang="en-US" dirty="0"/>
              <a:t> </a:t>
            </a:r>
            <a:r>
              <a:rPr lang="en-US" altLang="ko-KR" dirty="0"/>
              <a:t>'</a:t>
            </a:r>
            <a:r>
              <a:rPr lang="ko-KR" altLang="en-US" dirty="0"/>
              <a:t>서비스 이름</a:t>
            </a:r>
            <a:r>
              <a:rPr lang="en-US" altLang="ko-KR" dirty="0"/>
              <a:t>.</a:t>
            </a:r>
            <a:r>
              <a:rPr lang="ko-KR" altLang="en-US" dirty="0" err="1"/>
              <a:t>유닛종류</a:t>
            </a:r>
            <a:r>
              <a:rPr lang="en-US" altLang="ko-KR" dirty="0"/>
              <a:t>'</a:t>
            </a:r>
            <a:r>
              <a:rPr lang="ko-KR" altLang="en-US" dirty="0"/>
              <a:t>의 형태로 관리함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r>
              <a:rPr lang="en-US" altLang="ko-KR" dirty="0"/>
              <a:t>  </a:t>
            </a:r>
            <a:r>
              <a:rPr lang="en-US" altLang="ko-KR" dirty="0" err="1"/>
              <a:t>systemd</a:t>
            </a:r>
            <a:r>
              <a:rPr lang="ko-KR" altLang="en-US" dirty="0"/>
              <a:t>가 </a:t>
            </a:r>
            <a:r>
              <a:rPr lang="en-US" altLang="ko-KR" dirty="0" err="1"/>
              <a:t>init</a:t>
            </a:r>
            <a:r>
              <a:rPr lang="en-US" altLang="ko-KR" dirty="0"/>
              <a:t> </a:t>
            </a:r>
            <a:r>
              <a:rPr lang="ko-KR" altLang="en-US" dirty="0"/>
              <a:t>방식에 비해 가지는 장점</a:t>
            </a:r>
          </a:p>
          <a:p>
            <a:pPr marL="0" indent="0">
              <a:buNone/>
            </a:pPr>
            <a:r>
              <a:rPr lang="ko-KR" altLang="en-US" dirty="0"/>
              <a:t>    </a:t>
            </a:r>
            <a:r>
              <a:rPr lang="en-US" altLang="ko-KR" dirty="0"/>
              <a:t>- </a:t>
            </a:r>
            <a:r>
              <a:rPr lang="ko-KR" altLang="en-US" dirty="0"/>
              <a:t>소켓 기반을 동작하여 </a:t>
            </a:r>
            <a:r>
              <a:rPr lang="en-US" altLang="ko-KR" dirty="0" err="1"/>
              <a:t>inetd</a:t>
            </a:r>
            <a:r>
              <a:rPr lang="ko-KR" altLang="en-US" dirty="0"/>
              <a:t>와 호환성을 유지</a:t>
            </a:r>
          </a:p>
          <a:p>
            <a:pPr marL="0" indent="0">
              <a:buNone/>
            </a:pPr>
            <a:r>
              <a:rPr lang="ko-KR" altLang="en-US" dirty="0"/>
              <a:t>    </a:t>
            </a:r>
            <a:r>
              <a:rPr lang="en-US" altLang="ko-KR" dirty="0"/>
              <a:t>- </a:t>
            </a:r>
            <a:r>
              <a:rPr lang="ko-KR" altLang="en-US" dirty="0"/>
              <a:t>셸과 독립적으로 부팅이 가능</a:t>
            </a:r>
          </a:p>
          <a:p>
            <a:pPr marL="0" indent="0">
              <a:buNone/>
            </a:pPr>
            <a:r>
              <a:rPr lang="ko-KR" altLang="en-US" dirty="0"/>
              <a:t>    </a:t>
            </a:r>
            <a:r>
              <a:rPr lang="en-US" altLang="ko-KR" dirty="0"/>
              <a:t>- </a:t>
            </a:r>
            <a:r>
              <a:rPr lang="ko-KR" altLang="en-US" dirty="0"/>
              <a:t>마운트 제어가 가능</a:t>
            </a:r>
          </a:p>
          <a:p>
            <a:pPr marL="0" indent="0">
              <a:buNone/>
            </a:pPr>
            <a:r>
              <a:rPr lang="ko-KR" altLang="en-US" dirty="0"/>
              <a:t>    </a:t>
            </a:r>
            <a:r>
              <a:rPr lang="en-US" altLang="ko-KR" dirty="0"/>
              <a:t>- </a:t>
            </a:r>
            <a:r>
              <a:rPr lang="en-US" altLang="ko-KR" dirty="0" err="1"/>
              <a:t>fsck</a:t>
            </a:r>
            <a:r>
              <a:rPr lang="en-US" altLang="ko-KR" dirty="0"/>
              <a:t> </a:t>
            </a:r>
            <a:r>
              <a:rPr lang="ko-KR" altLang="en-US" dirty="0"/>
              <a:t>제어가 가능</a:t>
            </a:r>
          </a:p>
          <a:p>
            <a:pPr marL="0" indent="0">
              <a:buNone/>
            </a:pPr>
            <a:r>
              <a:rPr lang="ko-KR" altLang="en-US" dirty="0"/>
              <a:t>    </a:t>
            </a:r>
            <a:r>
              <a:rPr lang="en-US" altLang="ko-KR" dirty="0"/>
              <a:t>- </a:t>
            </a:r>
            <a:r>
              <a:rPr lang="ko-KR" altLang="en-US" dirty="0"/>
              <a:t>시스템 상태에 대한 스냅숏을 유지 등등</a:t>
            </a:r>
          </a:p>
        </p:txBody>
      </p:sp>
    </p:spTree>
    <p:extLst>
      <p:ext uri="{BB962C8B-B14F-4D97-AF65-F5344CB8AC3E}">
        <p14:creationId xmlns:p14="http://schemas.microsoft.com/office/powerpoint/2010/main" val="19466060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062E3D-3362-40F6-B24A-C5CE889CD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Systemed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D77C3A-80DC-4845-91BD-58F3222F83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en-US" altLang="ko-KR" dirty="0" err="1"/>
              <a:t>systemd</a:t>
            </a:r>
            <a:r>
              <a:rPr lang="en-US" altLang="ko-KR" dirty="0"/>
              <a:t> </a:t>
            </a:r>
            <a:r>
              <a:rPr lang="ko-KR" altLang="en-US" dirty="0"/>
              <a:t>관련 명령 </a:t>
            </a:r>
          </a:p>
          <a:p>
            <a:r>
              <a:rPr lang="ko-KR" altLang="en-US" dirty="0"/>
              <a:t>    </a:t>
            </a:r>
            <a:r>
              <a:rPr lang="en-US" altLang="ko-KR" dirty="0" err="1"/>
              <a:t>systemctl</a:t>
            </a:r>
            <a:r>
              <a:rPr lang="en-US" altLang="ko-KR" dirty="0"/>
              <a:t> : </a:t>
            </a:r>
            <a:r>
              <a:rPr lang="en-US" altLang="ko-KR" dirty="0" err="1"/>
              <a:t>systemd</a:t>
            </a:r>
            <a:r>
              <a:rPr lang="ko-KR" altLang="en-US" dirty="0"/>
              <a:t>를 기반으로 서비스를 시작하거나 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    </a:t>
            </a:r>
            <a:r>
              <a:rPr lang="ko-KR" altLang="en-US" dirty="0"/>
              <a:t>종료할 때 사용하는 명령</a:t>
            </a:r>
          </a:p>
          <a:p>
            <a:r>
              <a:rPr lang="ko-KR" altLang="en-US" dirty="0"/>
              <a:t>   기능 </a:t>
            </a:r>
            <a:r>
              <a:rPr lang="en-US" altLang="ko-KR" dirty="0"/>
              <a:t>: </a:t>
            </a:r>
            <a:r>
              <a:rPr lang="en-US" altLang="ko-KR" dirty="0" err="1"/>
              <a:t>systemd</a:t>
            </a:r>
            <a:r>
              <a:rPr lang="en-US" altLang="ko-KR" dirty="0"/>
              <a:t> </a:t>
            </a:r>
            <a:r>
              <a:rPr lang="ko-KR" altLang="en-US" dirty="0"/>
              <a:t>를 제어 </a:t>
            </a:r>
          </a:p>
          <a:p>
            <a:r>
              <a:rPr lang="ko-KR" altLang="en-US" dirty="0"/>
              <a:t>   형식 </a:t>
            </a:r>
            <a:r>
              <a:rPr lang="en-US" altLang="ko-KR" dirty="0"/>
              <a:t>: </a:t>
            </a:r>
            <a:r>
              <a:rPr lang="en-US" altLang="ko-KR" dirty="0" err="1"/>
              <a:t>systemctl</a:t>
            </a:r>
            <a:r>
              <a:rPr lang="en-US" altLang="ko-KR" dirty="0"/>
              <a:t> [</a:t>
            </a:r>
            <a:r>
              <a:rPr lang="ko-KR" altLang="en-US" dirty="0"/>
              <a:t>옵션</a:t>
            </a:r>
            <a:r>
              <a:rPr lang="en-US" altLang="ko-KR" dirty="0"/>
              <a:t>][</a:t>
            </a:r>
            <a:r>
              <a:rPr lang="ko-KR" altLang="en-US" dirty="0"/>
              <a:t>명령</a:t>
            </a:r>
            <a:r>
              <a:rPr lang="en-US" altLang="ko-KR" dirty="0"/>
              <a:t>][</a:t>
            </a:r>
            <a:r>
              <a:rPr lang="ko-KR" altLang="en-US" dirty="0"/>
              <a:t>유닛 이름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r>
              <a:rPr lang="en-US" altLang="ko-KR" dirty="0"/>
              <a:t>       </a:t>
            </a:r>
            <a:r>
              <a:rPr lang="ko-KR" altLang="en-US" dirty="0"/>
              <a:t>옵션 </a:t>
            </a:r>
            <a:r>
              <a:rPr lang="en-US" altLang="ko-KR" dirty="0"/>
              <a:t>-a : </a:t>
            </a:r>
            <a:r>
              <a:rPr lang="ko-KR" altLang="en-US" dirty="0"/>
              <a:t>상태와 관계없이 유닛 전체를 출력</a:t>
            </a:r>
          </a:p>
          <a:p>
            <a:pPr marL="0" indent="0">
              <a:buNone/>
            </a:pPr>
            <a:r>
              <a:rPr lang="ko-KR" altLang="en-US" dirty="0"/>
              <a:t>                  </a:t>
            </a:r>
            <a:r>
              <a:rPr lang="en-US" altLang="ko-KR" dirty="0"/>
              <a:t>-t </a:t>
            </a:r>
            <a:r>
              <a:rPr lang="ko-KR" altLang="en-US" dirty="0"/>
              <a:t>유닛 종류 </a:t>
            </a:r>
            <a:r>
              <a:rPr lang="en-US" altLang="ko-KR" dirty="0"/>
              <a:t>: </a:t>
            </a:r>
            <a:r>
              <a:rPr lang="ko-KR" altLang="en-US" dirty="0" err="1"/>
              <a:t>지정안</a:t>
            </a:r>
            <a:r>
              <a:rPr lang="ko-KR" altLang="en-US" dirty="0"/>
              <a:t> 종류의 유닛만 출력</a:t>
            </a:r>
          </a:p>
          <a:p>
            <a:pPr marL="0" indent="0">
              <a:buNone/>
            </a:pPr>
            <a:r>
              <a:rPr lang="ko-KR" altLang="en-US" dirty="0"/>
              <a:t>      명령 </a:t>
            </a:r>
            <a:r>
              <a:rPr lang="en-US" altLang="ko-KR" dirty="0"/>
              <a:t>: start </a:t>
            </a:r>
            <a:r>
              <a:rPr lang="ko-KR" altLang="en-US" dirty="0"/>
              <a:t>유닛 시작 </a:t>
            </a:r>
          </a:p>
          <a:p>
            <a:pPr marL="0" indent="0">
              <a:buNone/>
            </a:pPr>
            <a:r>
              <a:rPr lang="ko-KR" altLang="en-US" dirty="0"/>
              <a:t>                   </a:t>
            </a:r>
            <a:r>
              <a:rPr lang="en-US" altLang="ko-KR" dirty="0"/>
              <a:t>status </a:t>
            </a:r>
            <a:r>
              <a:rPr lang="ko-KR" altLang="en-US" dirty="0"/>
              <a:t>유닛의 상태를 확인</a:t>
            </a:r>
          </a:p>
          <a:p>
            <a:pPr marL="0" indent="0">
              <a:buNone/>
            </a:pPr>
            <a:r>
              <a:rPr lang="ko-KR" altLang="en-US" dirty="0"/>
              <a:t>                   </a:t>
            </a:r>
            <a:r>
              <a:rPr lang="en-US" altLang="ko-KR" dirty="0"/>
              <a:t>stop </a:t>
            </a:r>
            <a:r>
              <a:rPr lang="ko-KR" altLang="en-US" dirty="0"/>
              <a:t>유닛 서비스 정지하기 등</a:t>
            </a:r>
          </a:p>
        </p:txBody>
      </p:sp>
    </p:spTree>
    <p:extLst>
      <p:ext uri="{BB962C8B-B14F-4D97-AF65-F5344CB8AC3E}">
        <p14:creationId xmlns:p14="http://schemas.microsoft.com/office/powerpoint/2010/main" val="14077212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8EC840-D879-492A-A0B9-678471606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Systemd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 err="1"/>
              <a:t>런레벨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3CD47D7-994D-4584-9BDF-FC2F1D15E5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 dirty="0"/>
          </a:p>
          <a:p>
            <a:r>
              <a:rPr lang="ko-KR" altLang="en-US" dirty="0"/>
              <a:t>   </a:t>
            </a:r>
            <a:r>
              <a:rPr lang="en-US" altLang="ko-KR" dirty="0" err="1"/>
              <a:t>systemd</a:t>
            </a:r>
            <a:r>
              <a:rPr lang="ko-KR" altLang="en-US" dirty="0"/>
              <a:t>와 </a:t>
            </a:r>
            <a:r>
              <a:rPr lang="ko-KR" altLang="en-US" dirty="0" err="1"/>
              <a:t>런레벨</a:t>
            </a:r>
            <a:r>
              <a:rPr lang="ko-KR" altLang="en-US" dirty="0"/>
              <a:t>  </a:t>
            </a:r>
            <a:endParaRPr lang="en-US" altLang="ko-KR" dirty="0"/>
          </a:p>
          <a:p>
            <a:r>
              <a:rPr lang="ko-KR" altLang="en-US" dirty="0" err="1"/>
              <a:t>런레벨</a:t>
            </a:r>
            <a:r>
              <a:rPr lang="ko-KR" altLang="en-US" dirty="0"/>
              <a:t> 변경하는 명령어 </a:t>
            </a:r>
            <a:r>
              <a:rPr lang="en-US" altLang="ko-KR" dirty="0"/>
              <a:t>: </a:t>
            </a:r>
            <a:r>
              <a:rPr lang="en-US" altLang="ko-KR" dirty="0" err="1"/>
              <a:t>systemctl</a:t>
            </a:r>
            <a:r>
              <a:rPr lang="en-US" altLang="ko-KR" dirty="0"/>
              <a:t> isolate [target </a:t>
            </a:r>
            <a:r>
              <a:rPr lang="ko-KR" altLang="en-US" dirty="0"/>
              <a:t>원본파일</a:t>
            </a:r>
            <a:r>
              <a:rPr lang="en-US" altLang="ko-KR" dirty="0"/>
              <a:t>] </a:t>
            </a:r>
            <a:r>
              <a:rPr lang="ko-KR" altLang="en-US" dirty="0"/>
              <a:t>또는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 </a:t>
            </a:r>
            <a:r>
              <a:rPr lang="en-US" altLang="ko-KR" dirty="0" err="1"/>
              <a:t>systemctl</a:t>
            </a:r>
            <a:r>
              <a:rPr lang="en-US" altLang="ko-KR" dirty="0"/>
              <a:t> isolate [target </a:t>
            </a:r>
            <a:r>
              <a:rPr lang="ko-KR" altLang="en-US" dirty="0"/>
              <a:t>파일</a:t>
            </a:r>
            <a:r>
              <a:rPr lang="en-US" altLang="ko-KR" dirty="0"/>
              <a:t>(</a:t>
            </a:r>
            <a:r>
              <a:rPr lang="ko-KR" altLang="en-US" dirty="0" err="1"/>
              <a:t>심벌릭</a:t>
            </a:r>
            <a:r>
              <a:rPr lang="ko-KR" altLang="en-US" dirty="0"/>
              <a:t> 링크</a:t>
            </a:r>
            <a:r>
              <a:rPr lang="en-US" altLang="ko-KR" dirty="0"/>
              <a:t>)] , </a:t>
            </a:r>
            <a:r>
              <a:rPr lang="en-US" altLang="ko-KR" dirty="0" err="1"/>
              <a:t>telinit</a:t>
            </a:r>
            <a:r>
              <a:rPr lang="en-US" altLang="ko-KR" dirty="0"/>
              <a:t> [</a:t>
            </a:r>
            <a:r>
              <a:rPr lang="ko-KR" altLang="en-US" dirty="0"/>
              <a:t>옵션</a:t>
            </a:r>
            <a:r>
              <a:rPr lang="en-US" altLang="ko-KR" dirty="0"/>
              <a:t>] [</a:t>
            </a:r>
            <a:r>
              <a:rPr lang="ko-KR" altLang="en-US" dirty="0"/>
              <a:t>명령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</a:p>
          <a:p>
            <a:r>
              <a:rPr lang="en-US" altLang="ko-KR" dirty="0"/>
              <a:t>   </a:t>
            </a:r>
            <a:r>
              <a:rPr lang="ko-KR" altLang="en-US" dirty="0"/>
              <a:t>단일 사용자 모드로 전환하기 </a:t>
            </a:r>
            <a:r>
              <a:rPr lang="en-US" altLang="ko-KR" dirty="0"/>
              <a:t>: </a:t>
            </a:r>
            <a:r>
              <a:rPr lang="ko-KR" altLang="en-US" dirty="0" err="1"/>
              <a:t>런레벨</a:t>
            </a:r>
            <a:r>
              <a:rPr lang="ko-KR" altLang="en-US" dirty="0"/>
              <a:t> </a:t>
            </a:r>
            <a:r>
              <a:rPr lang="en-US" altLang="ko-KR" dirty="0"/>
              <a:t>1          </a:t>
            </a:r>
          </a:p>
          <a:p>
            <a:r>
              <a:rPr lang="en-US" altLang="ko-KR" dirty="0"/>
              <a:t>   </a:t>
            </a:r>
            <a:r>
              <a:rPr lang="ko-KR" altLang="en-US" dirty="0"/>
              <a:t>시스템에 문제가 있을 경우 시스템을 </a:t>
            </a:r>
            <a:r>
              <a:rPr lang="ko-KR" altLang="en-US" dirty="0" err="1"/>
              <a:t>런레벨</a:t>
            </a:r>
            <a:r>
              <a:rPr lang="ko-KR" altLang="en-US" dirty="0"/>
              <a:t> </a:t>
            </a:r>
            <a:r>
              <a:rPr lang="en-US" altLang="ko-KR" dirty="0"/>
              <a:t>1</a:t>
            </a:r>
            <a:r>
              <a:rPr lang="ko-KR" altLang="en-US" dirty="0"/>
              <a:t>로 변경하여 점검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    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안전모드</a:t>
            </a:r>
            <a:r>
              <a:rPr lang="en-US" altLang="ko-KR" dirty="0"/>
              <a:t>) ex ) </a:t>
            </a:r>
            <a:r>
              <a:rPr lang="ko-KR" altLang="en-US" dirty="0"/>
              <a:t>명령 </a:t>
            </a:r>
            <a:r>
              <a:rPr lang="en-US" altLang="ko-KR" dirty="0"/>
              <a:t>: </a:t>
            </a:r>
            <a:r>
              <a:rPr lang="en-US" altLang="ko-KR" dirty="0" err="1"/>
              <a:t>systemctl</a:t>
            </a:r>
            <a:r>
              <a:rPr lang="en-US" altLang="ko-KR" dirty="0"/>
              <a:t> isolate runlevel1.target</a:t>
            </a:r>
          </a:p>
          <a:p>
            <a:pPr marL="0" indent="0">
              <a:buNone/>
            </a:pPr>
            <a:endParaRPr lang="en-US" altLang="ko-KR" dirty="0"/>
          </a:p>
          <a:p>
            <a:r>
              <a:rPr lang="en-US" altLang="ko-KR" dirty="0"/>
              <a:t>   </a:t>
            </a:r>
            <a:r>
              <a:rPr lang="ko-KR" altLang="en-US" dirty="0"/>
              <a:t>단일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/>
              <a:t>다중 사용자 모드로 전환</a:t>
            </a:r>
          </a:p>
          <a:p>
            <a:r>
              <a:rPr lang="ko-KR" altLang="en-US" dirty="0"/>
              <a:t>   </a:t>
            </a:r>
            <a:r>
              <a:rPr lang="en-US" altLang="ko-KR" dirty="0"/>
              <a:t>reboot </a:t>
            </a:r>
            <a:r>
              <a:rPr lang="ko-KR" altLang="en-US" dirty="0"/>
              <a:t>명령</a:t>
            </a:r>
          </a:p>
          <a:p>
            <a:r>
              <a:rPr lang="ko-KR" altLang="en-US" dirty="0"/>
              <a:t>   </a:t>
            </a:r>
            <a:r>
              <a:rPr lang="en-US" altLang="ko-KR" dirty="0" err="1"/>
              <a:t>systemctl</a:t>
            </a:r>
            <a:r>
              <a:rPr lang="en-US" altLang="ko-KR" dirty="0"/>
              <a:t> default </a:t>
            </a:r>
            <a:r>
              <a:rPr lang="ko-KR" altLang="en-US" dirty="0"/>
              <a:t>명령 사용</a:t>
            </a:r>
          </a:p>
          <a:p>
            <a:r>
              <a:rPr lang="ko-KR" altLang="en-US" dirty="0"/>
              <a:t>   현재 </a:t>
            </a:r>
            <a:r>
              <a:rPr lang="ko-KR" altLang="en-US" dirty="0" err="1"/>
              <a:t>런레벨</a:t>
            </a:r>
            <a:r>
              <a:rPr lang="ko-KR" altLang="en-US" dirty="0"/>
              <a:t> 확인하기 명령어 </a:t>
            </a:r>
            <a:r>
              <a:rPr lang="en-US" altLang="ko-KR" dirty="0"/>
              <a:t>: </a:t>
            </a:r>
            <a:r>
              <a:rPr lang="en-US" altLang="ko-KR" dirty="0" err="1"/>
              <a:t>runlevel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488793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F8E583-A6FE-482C-BD2C-F0EE25E81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시스템 종료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4DAA7CB-C555-49CE-8C2A-A6C73D540D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리눅스 시스템의 종료 방법</a:t>
            </a:r>
          </a:p>
          <a:p>
            <a:pPr marL="0" indent="0">
              <a:buNone/>
            </a:pPr>
            <a:r>
              <a:rPr lang="en-US" altLang="ko-KR" dirty="0"/>
              <a:t>- shutdown </a:t>
            </a:r>
            <a:r>
              <a:rPr lang="ko-KR" altLang="en-US" dirty="0"/>
              <a:t>명령을 사용</a:t>
            </a:r>
          </a:p>
          <a:p>
            <a:pPr marL="0" indent="0">
              <a:buNone/>
            </a:pPr>
            <a:r>
              <a:rPr lang="en-US" altLang="ko-KR" dirty="0"/>
              <a:t>- halt </a:t>
            </a:r>
            <a:r>
              <a:rPr lang="ko-KR" altLang="en-US" dirty="0"/>
              <a:t>명령을 사용</a:t>
            </a:r>
          </a:p>
          <a:p>
            <a:pPr marL="0" indent="0">
              <a:buNone/>
            </a:pPr>
            <a:r>
              <a:rPr lang="en-US" altLang="ko-KR" dirty="0"/>
              <a:t>- </a:t>
            </a:r>
            <a:r>
              <a:rPr lang="en-US" altLang="ko-KR" dirty="0" err="1"/>
              <a:t>poweroff</a:t>
            </a:r>
            <a:r>
              <a:rPr lang="en-US" altLang="ko-KR" dirty="0"/>
              <a:t> </a:t>
            </a:r>
            <a:r>
              <a:rPr lang="ko-KR" altLang="en-US" dirty="0"/>
              <a:t>명령을 사용</a:t>
            </a:r>
          </a:p>
          <a:p>
            <a:pPr marL="0" indent="0">
              <a:buNone/>
            </a:pPr>
            <a:r>
              <a:rPr lang="en-US" altLang="ko-KR" dirty="0"/>
              <a:t>- </a:t>
            </a:r>
            <a:r>
              <a:rPr lang="ko-KR" altLang="en-US" dirty="0" err="1"/>
              <a:t>런레벨을</a:t>
            </a:r>
            <a:r>
              <a:rPr lang="ko-KR" altLang="en-US" dirty="0"/>
              <a:t> </a:t>
            </a:r>
            <a:r>
              <a:rPr lang="en-US" altLang="ko-KR" dirty="0"/>
              <a:t>0</a:t>
            </a:r>
            <a:r>
              <a:rPr lang="ko-KR" altLang="en-US" dirty="0"/>
              <a:t>이나 </a:t>
            </a:r>
            <a:r>
              <a:rPr lang="en-US" altLang="ko-KR" dirty="0"/>
              <a:t>6</a:t>
            </a:r>
            <a:r>
              <a:rPr lang="ko-KR" altLang="en-US" dirty="0"/>
              <a:t>으로 전환</a:t>
            </a:r>
          </a:p>
          <a:p>
            <a:pPr marL="0" indent="0">
              <a:buNone/>
            </a:pPr>
            <a:r>
              <a:rPr lang="en-US" altLang="ko-KR" dirty="0"/>
              <a:t>- reboot </a:t>
            </a:r>
            <a:r>
              <a:rPr lang="ko-KR" altLang="en-US" dirty="0"/>
              <a:t>명령을 사용</a:t>
            </a:r>
          </a:p>
          <a:p>
            <a:pPr marL="0" indent="0">
              <a:buNone/>
            </a:pPr>
            <a:r>
              <a:rPr lang="en-US" altLang="ko-KR" dirty="0"/>
              <a:t>- </a:t>
            </a:r>
            <a:r>
              <a:rPr lang="ko-KR" altLang="en-US" dirty="0"/>
              <a:t>전원을 끔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146005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03D5C8-ED02-4C4C-81E5-1A2EE412E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shutdown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9E9C80-278C-4AA7-9DD3-859FAFD059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1. shutdown </a:t>
            </a:r>
            <a:r>
              <a:rPr lang="ko-KR" altLang="en-US" dirty="0"/>
              <a:t>명령을 사용</a:t>
            </a:r>
          </a:p>
          <a:p>
            <a:r>
              <a:rPr lang="ko-KR" altLang="en-US" dirty="0"/>
              <a:t>  * </a:t>
            </a:r>
            <a:r>
              <a:rPr lang="en-US" altLang="ko-KR" dirty="0"/>
              <a:t>shutdown </a:t>
            </a:r>
            <a:r>
              <a:rPr lang="ko-KR" altLang="en-US" dirty="0"/>
              <a:t>명령은 다양한 종료 방법을 제공 </a:t>
            </a:r>
            <a:r>
              <a:rPr lang="en-US" altLang="ko-KR" dirty="0"/>
              <a:t>, </a:t>
            </a:r>
            <a:r>
              <a:rPr lang="ko-KR" altLang="en-US" dirty="0"/>
              <a:t>또한 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      런 레벨을 바꿀 때도 사용할 수 있음 </a:t>
            </a:r>
            <a:r>
              <a:rPr lang="en-US" altLang="ko-KR" dirty="0"/>
              <a:t>!!!!</a:t>
            </a:r>
          </a:p>
          <a:p>
            <a:r>
              <a:rPr lang="ko-KR" altLang="en-US" dirty="0"/>
              <a:t>형식 </a:t>
            </a:r>
            <a:r>
              <a:rPr lang="en-US" altLang="ko-KR" dirty="0"/>
              <a:t>: shutdown [</a:t>
            </a:r>
            <a:r>
              <a:rPr lang="ko-KR" altLang="en-US" dirty="0"/>
              <a:t>옵션</a:t>
            </a:r>
            <a:r>
              <a:rPr lang="en-US" altLang="ko-KR" dirty="0"/>
              <a:t>] [</a:t>
            </a:r>
            <a:r>
              <a:rPr lang="ko-KR" altLang="en-US" dirty="0"/>
              <a:t>시간</a:t>
            </a:r>
            <a:r>
              <a:rPr lang="en-US" altLang="ko-KR" dirty="0"/>
              <a:t>] [</a:t>
            </a:r>
            <a:r>
              <a:rPr lang="ko-KR" altLang="en-US" dirty="0" err="1"/>
              <a:t>메세지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r>
              <a:rPr lang="en-US" altLang="ko-KR" dirty="0"/>
              <a:t>   </a:t>
            </a:r>
            <a:r>
              <a:rPr lang="ko-KR" altLang="en-US" dirty="0"/>
              <a:t>옵션 </a:t>
            </a:r>
            <a:r>
              <a:rPr lang="en-US" altLang="ko-KR" dirty="0"/>
              <a:t>: -k : </a:t>
            </a:r>
            <a:r>
              <a:rPr lang="ko-KR" altLang="en-US" dirty="0"/>
              <a:t>실제로 시스템을 종료하는 것이 아니라 사용자들에게 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                      </a:t>
            </a:r>
            <a:r>
              <a:rPr lang="ko-KR" altLang="en-US" dirty="0"/>
              <a:t>메세지만 전달</a:t>
            </a:r>
          </a:p>
          <a:p>
            <a:pPr marL="0" indent="0">
              <a:buNone/>
            </a:pPr>
            <a:r>
              <a:rPr lang="ko-KR" altLang="en-US" dirty="0"/>
              <a:t>                  </a:t>
            </a:r>
            <a:r>
              <a:rPr lang="en-US" altLang="ko-KR" dirty="0"/>
              <a:t>-r : </a:t>
            </a:r>
            <a:r>
              <a:rPr lang="ko-KR" altLang="en-US" dirty="0"/>
              <a:t>종류 후 재시작</a:t>
            </a:r>
          </a:p>
          <a:p>
            <a:pPr marL="0" indent="0">
              <a:buNone/>
            </a:pPr>
            <a:r>
              <a:rPr lang="ko-KR" altLang="en-US" dirty="0"/>
              <a:t>                 </a:t>
            </a:r>
            <a:r>
              <a:rPr lang="en-US" altLang="ko-KR" dirty="0"/>
              <a:t>-h : </a:t>
            </a:r>
            <a:r>
              <a:rPr lang="ko-KR" altLang="en-US" dirty="0"/>
              <a:t>종료하며 </a:t>
            </a:r>
            <a:r>
              <a:rPr lang="en-US" altLang="ko-KR" dirty="0"/>
              <a:t>halt </a:t>
            </a:r>
            <a:r>
              <a:rPr lang="ko-KR" altLang="en-US" dirty="0"/>
              <a:t>상태로 이동</a:t>
            </a:r>
          </a:p>
          <a:p>
            <a:pPr marL="0" indent="0">
              <a:buNone/>
            </a:pPr>
            <a:r>
              <a:rPr lang="ko-KR" altLang="en-US" dirty="0"/>
              <a:t>                 </a:t>
            </a:r>
            <a:r>
              <a:rPr lang="en-US" altLang="ko-KR" dirty="0"/>
              <a:t>-f  : </a:t>
            </a:r>
            <a:r>
              <a:rPr lang="ko-KR" altLang="en-US" dirty="0"/>
              <a:t>빠른 재시작으로 이 과정에서 </a:t>
            </a:r>
            <a:r>
              <a:rPr lang="en-US" altLang="ko-KR" dirty="0" err="1"/>
              <a:t>fsck</a:t>
            </a:r>
            <a:r>
              <a:rPr lang="ko-KR" altLang="en-US" dirty="0"/>
              <a:t>를 생략할 수도 있음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                 -c : </a:t>
            </a:r>
            <a:r>
              <a:rPr lang="ko-KR" altLang="en-US" dirty="0"/>
              <a:t>이전에 내렸던 </a:t>
            </a:r>
            <a:r>
              <a:rPr lang="en-US" altLang="ko-KR" dirty="0"/>
              <a:t>shutdown </a:t>
            </a:r>
            <a:r>
              <a:rPr lang="ko-KR" altLang="en-US" dirty="0"/>
              <a:t>명령을 취소</a:t>
            </a:r>
          </a:p>
          <a:p>
            <a:pPr marL="0" indent="0">
              <a:buNone/>
            </a:pPr>
            <a:r>
              <a:rPr lang="ko-KR" altLang="en-US" dirty="0"/>
              <a:t>           시간 </a:t>
            </a:r>
            <a:r>
              <a:rPr lang="en-US" altLang="ko-KR" dirty="0"/>
              <a:t>: </a:t>
            </a:r>
            <a:r>
              <a:rPr lang="ko-KR" altLang="en-US" dirty="0"/>
              <a:t>종료할 시간 </a:t>
            </a:r>
            <a:r>
              <a:rPr lang="en-US" altLang="ko-KR" dirty="0"/>
              <a:t>(</a:t>
            </a:r>
            <a:r>
              <a:rPr lang="en-US" altLang="ko-KR" dirty="0" err="1"/>
              <a:t>hh:mm</a:t>
            </a:r>
            <a:r>
              <a:rPr lang="en-US" altLang="ko-KR" dirty="0"/>
              <a:t>, +m , now) </a:t>
            </a:r>
          </a:p>
          <a:p>
            <a:pPr marL="0" indent="0">
              <a:buNone/>
            </a:pPr>
            <a:r>
              <a:rPr lang="en-US" altLang="ko-KR" dirty="0"/>
              <a:t>      </a:t>
            </a:r>
            <a:r>
              <a:rPr lang="ko-KR" altLang="en-US" dirty="0" err="1"/>
              <a:t>메세지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모든 사용자에게 보낼 </a:t>
            </a:r>
            <a:r>
              <a:rPr lang="ko-KR" altLang="en-US" dirty="0" err="1"/>
              <a:t>메세지</a:t>
            </a:r>
            <a:endParaRPr lang="ko-KR" altLang="en-US" dirty="0"/>
          </a:p>
          <a:p>
            <a:r>
              <a:rPr lang="ko-KR" altLang="en-US" dirty="0"/>
              <a:t>  </a:t>
            </a:r>
            <a:r>
              <a:rPr lang="en-US" altLang="ko-KR" dirty="0"/>
              <a:t>ex ) shutdown -h +2 "System is going down in 2 min"</a:t>
            </a:r>
          </a:p>
        </p:txBody>
      </p:sp>
    </p:spTree>
    <p:extLst>
      <p:ext uri="{BB962C8B-B14F-4D97-AF65-F5344CB8AC3E}">
        <p14:creationId xmlns:p14="http://schemas.microsoft.com/office/powerpoint/2010/main" val="1463412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D8306F-F0BA-4E91-B6DF-03C14E4B9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Telinit</a:t>
            </a:r>
            <a:r>
              <a:rPr lang="en-US" altLang="ko-KR" dirty="0"/>
              <a:t> ,</a:t>
            </a:r>
            <a:r>
              <a:rPr lang="ko-KR" altLang="en-US" dirty="0"/>
              <a:t> </a:t>
            </a:r>
            <a:r>
              <a:rPr lang="en-US" altLang="ko-KR" dirty="0" err="1"/>
              <a:t>systemed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6B2ADC-266D-42D3-800D-0A5C74671A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 </a:t>
            </a:r>
            <a:r>
              <a:rPr lang="ko-KR" altLang="en-US" dirty="0" err="1"/>
              <a:t>런레벨</a:t>
            </a:r>
            <a:r>
              <a:rPr lang="ko-KR" altLang="en-US" dirty="0"/>
              <a:t> 변경을 통한 종료 </a:t>
            </a:r>
            <a:r>
              <a:rPr lang="en-US" altLang="ko-KR" dirty="0"/>
              <a:t>: </a:t>
            </a:r>
            <a:r>
              <a:rPr lang="en-US" altLang="ko-KR" dirty="0" err="1"/>
              <a:t>telinit</a:t>
            </a:r>
            <a:r>
              <a:rPr lang="en-US" altLang="ko-KR" dirty="0"/>
              <a:t> 0 </a:t>
            </a:r>
            <a:r>
              <a:rPr lang="ko-KR" altLang="en-US" dirty="0"/>
              <a:t>또는 </a:t>
            </a:r>
            <a:r>
              <a:rPr lang="en-US" altLang="ko-KR" dirty="0" err="1"/>
              <a:t>telinit</a:t>
            </a:r>
            <a:r>
              <a:rPr lang="en-US" altLang="ko-KR" dirty="0"/>
              <a:t> 6</a:t>
            </a:r>
          </a:p>
          <a:p>
            <a:r>
              <a:rPr lang="en-US" altLang="ko-KR" dirty="0"/>
              <a:t>  </a:t>
            </a:r>
            <a:r>
              <a:rPr lang="en-US" altLang="ko-KR" dirty="0" err="1"/>
              <a:t>systemed</a:t>
            </a:r>
            <a:r>
              <a:rPr lang="ko-KR" altLang="en-US" dirty="0"/>
              <a:t>로 종료 </a:t>
            </a:r>
            <a:r>
              <a:rPr lang="en-US" altLang="ko-KR" dirty="0"/>
              <a:t>: </a:t>
            </a:r>
            <a:r>
              <a:rPr lang="en-US" altLang="ko-KR" dirty="0" err="1"/>
              <a:t>systemctl</a:t>
            </a:r>
            <a:r>
              <a:rPr lang="en-US" altLang="ko-KR" dirty="0"/>
              <a:t> isolate runlevel0.target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시스템 종료 및 재시작을 위해 사용할 수 있는 명령 </a:t>
            </a:r>
            <a:r>
              <a:rPr lang="en-US" altLang="ko-KR" dirty="0"/>
              <a:t>: halt, </a:t>
            </a:r>
            <a:r>
              <a:rPr lang="en-US" altLang="ko-KR" dirty="0" err="1"/>
              <a:t>poweroff</a:t>
            </a:r>
            <a:r>
              <a:rPr lang="en-US" altLang="ko-KR" dirty="0"/>
              <a:t>, reboot </a:t>
            </a:r>
          </a:p>
          <a:p>
            <a:r>
              <a:rPr lang="en-US" altLang="ko-KR" dirty="0"/>
              <a:t>  * </a:t>
            </a:r>
            <a:r>
              <a:rPr lang="ko-KR" altLang="en-US" dirty="0"/>
              <a:t>중요 </a:t>
            </a:r>
            <a:r>
              <a:rPr lang="en-US" altLang="ko-KR" dirty="0"/>
              <a:t>! half, </a:t>
            </a:r>
            <a:r>
              <a:rPr lang="en-US" altLang="ko-KR" dirty="0" err="1"/>
              <a:t>poweroff</a:t>
            </a:r>
            <a:r>
              <a:rPr lang="en-US" altLang="ko-KR" dirty="0"/>
              <a:t>, reboot </a:t>
            </a:r>
            <a:r>
              <a:rPr lang="ko-KR" altLang="en-US" dirty="0"/>
              <a:t>명령들은 모두 </a:t>
            </a:r>
            <a:r>
              <a:rPr lang="en-US" altLang="ko-KR" dirty="0" err="1"/>
              <a:t>systemctl</a:t>
            </a:r>
            <a:r>
              <a:rPr lang="en-US" altLang="ko-KR" dirty="0"/>
              <a:t> </a:t>
            </a:r>
            <a:r>
              <a:rPr lang="ko-KR" altLang="en-US" dirty="0"/>
              <a:t>명령의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 </a:t>
            </a:r>
            <a:r>
              <a:rPr lang="ko-KR" altLang="en-US" dirty="0"/>
              <a:t> </a:t>
            </a:r>
            <a:r>
              <a:rPr lang="ko-KR" altLang="en-US" dirty="0" err="1"/>
              <a:t>심벌릭</a:t>
            </a:r>
            <a:r>
              <a:rPr lang="ko-KR" altLang="en-US" dirty="0"/>
              <a:t> 링크 </a:t>
            </a:r>
          </a:p>
        </p:txBody>
      </p:sp>
    </p:spTree>
    <p:extLst>
      <p:ext uri="{BB962C8B-B14F-4D97-AF65-F5344CB8AC3E}">
        <p14:creationId xmlns:p14="http://schemas.microsoft.com/office/powerpoint/2010/main" val="19701957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F9512D-6C27-46B9-8768-E1C765E59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000" dirty="0"/>
              <a:t>데몬 프로세스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F13C32-3701-473F-8C73-24F1D3948F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데몬 프로세스 </a:t>
            </a:r>
          </a:p>
          <a:p>
            <a:r>
              <a:rPr lang="ko-KR" altLang="en-US" dirty="0"/>
              <a:t> 데몬 </a:t>
            </a:r>
            <a:r>
              <a:rPr lang="en-US" altLang="ko-KR" dirty="0"/>
              <a:t>: </a:t>
            </a:r>
            <a:r>
              <a:rPr lang="ko-KR" altLang="en-US" dirty="0"/>
              <a:t>리눅스의 백그라운드에서 동작하면서 특정한 서비스를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     제공하는 프로세스를 의미</a:t>
            </a:r>
          </a:p>
          <a:p>
            <a:r>
              <a:rPr lang="ko-KR" altLang="en-US" dirty="0"/>
              <a:t> </a:t>
            </a:r>
            <a:r>
              <a:rPr lang="ko-KR" altLang="en-US" dirty="0" err="1"/>
              <a:t>데몬의</a:t>
            </a:r>
            <a:r>
              <a:rPr lang="ko-KR" altLang="en-US" dirty="0"/>
              <a:t> 동작 방식</a:t>
            </a:r>
          </a:p>
          <a:p>
            <a:r>
              <a:rPr lang="ko-KR" altLang="en-US" dirty="0"/>
              <a:t> </a:t>
            </a:r>
            <a:r>
              <a:rPr lang="en-US" altLang="ko-KR" dirty="0"/>
              <a:t>1. </a:t>
            </a:r>
            <a:r>
              <a:rPr lang="ko-KR" altLang="en-US" dirty="0"/>
              <a:t>데몬 혼자서 스스로 동작하는 독자형 방식</a:t>
            </a:r>
          </a:p>
          <a:p>
            <a:pPr marL="0" indent="0">
              <a:buNone/>
            </a:pPr>
            <a:r>
              <a:rPr lang="ko-KR" altLang="en-US" dirty="0"/>
              <a:t>     시스템의 백그라운드에 항상 동작하고 있는데 자주 호출되는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  </a:t>
            </a:r>
            <a:r>
              <a:rPr lang="ko-KR" altLang="en-US" dirty="0"/>
              <a:t> </a:t>
            </a:r>
            <a:r>
              <a:rPr lang="ko-KR" altLang="en-US" dirty="0" err="1"/>
              <a:t>데몬이</a:t>
            </a:r>
            <a:r>
              <a:rPr lang="ko-KR" altLang="en-US" dirty="0"/>
              <a:t> 아니라면 시스템의 자원을 낭비할 우려가 있음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   </a:t>
            </a:r>
          </a:p>
          <a:p>
            <a:r>
              <a:rPr lang="en-US" altLang="ko-KR" dirty="0"/>
              <a:t> 2. </a:t>
            </a:r>
            <a:r>
              <a:rPr lang="ko-KR" altLang="en-US" dirty="0" err="1"/>
              <a:t>데몬을</a:t>
            </a:r>
            <a:r>
              <a:rPr lang="ko-KR" altLang="en-US" dirty="0"/>
              <a:t> 관리하는 슈퍼 </a:t>
            </a:r>
            <a:r>
              <a:rPr lang="ko-KR" altLang="en-US" dirty="0" err="1"/>
              <a:t>데몬에</a:t>
            </a:r>
            <a:r>
              <a:rPr lang="ko-KR" altLang="en-US" dirty="0"/>
              <a:t> 의해 동작하는 방식</a:t>
            </a:r>
          </a:p>
          <a:p>
            <a:r>
              <a:rPr lang="ko-KR" altLang="en-US" dirty="0"/>
              <a:t>  평소에는 슈퍼 </a:t>
            </a:r>
            <a:r>
              <a:rPr lang="ko-KR" altLang="en-US" dirty="0" err="1"/>
              <a:t>데몬만</a:t>
            </a:r>
            <a:r>
              <a:rPr lang="ko-KR" altLang="en-US" dirty="0"/>
              <a:t> 동작하다가 서비스 요청이 오면 슈퍼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 </a:t>
            </a:r>
            <a:r>
              <a:rPr lang="ko-KR" altLang="en-US" dirty="0"/>
              <a:t> </a:t>
            </a:r>
            <a:r>
              <a:rPr lang="ko-KR" altLang="en-US" dirty="0" err="1"/>
              <a:t>데몬이</a:t>
            </a:r>
            <a:r>
              <a:rPr lang="ko-KR" altLang="en-US" dirty="0"/>
              <a:t> 해당 </a:t>
            </a:r>
            <a:r>
              <a:rPr lang="ko-KR" altLang="en-US" dirty="0" err="1"/>
              <a:t>데몬을</a:t>
            </a:r>
            <a:r>
              <a:rPr lang="ko-KR" altLang="en-US" dirty="0"/>
              <a:t> 동작시키는 것 </a:t>
            </a:r>
            <a:r>
              <a:rPr lang="en-US" altLang="ko-KR" dirty="0"/>
              <a:t>==&gt; </a:t>
            </a:r>
            <a:r>
              <a:rPr lang="ko-KR" altLang="en-US" dirty="0"/>
              <a:t>약간 시간이 더 걸릴 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     수 있지만 자원을 효율적으로 사용 </a:t>
            </a:r>
            <a:r>
              <a:rPr lang="en-US" altLang="ko-KR" dirty="0"/>
              <a:t>(</a:t>
            </a:r>
            <a:r>
              <a:rPr lang="ko-KR" altLang="en-US" dirty="0"/>
              <a:t>장점</a:t>
            </a:r>
            <a:r>
              <a:rPr lang="en-US" altLang="ko-KR" dirty="0"/>
              <a:t>)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559269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E69C00-E44D-4932-8473-5D10A97F5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000" dirty="0" err="1"/>
              <a:t>슈퍼데몬</a:t>
            </a:r>
            <a:r>
              <a:rPr lang="en-US" altLang="ko-KR" sz="3000" dirty="0"/>
              <a:t/>
            </a:r>
            <a:br>
              <a:rPr lang="en-US" altLang="ko-KR" sz="3000" dirty="0"/>
            </a:br>
            <a:r>
              <a:rPr lang="ko-KR" altLang="en-US" sz="3000" dirty="0" err="1"/>
              <a:t>데몬의</a:t>
            </a:r>
            <a:r>
              <a:rPr lang="ko-KR" altLang="en-US" sz="3000" dirty="0"/>
              <a:t> 조상</a:t>
            </a:r>
            <a:r>
              <a:rPr lang="en-US" altLang="ko-KR" sz="3000" dirty="0"/>
              <a:t/>
            </a:r>
            <a:br>
              <a:rPr lang="en-US" altLang="ko-KR" sz="3000" dirty="0"/>
            </a:br>
            <a:r>
              <a:rPr lang="en-US" altLang="ko-KR" sz="3000" dirty="0" err="1"/>
              <a:t>systemd</a:t>
            </a:r>
            <a:r>
              <a:rPr lang="en-US" altLang="ko-KR" sz="3000" dirty="0"/>
              <a:t> </a:t>
            </a:r>
            <a:r>
              <a:rPr lang="ko-KR" altLang="en-US" sz="3000" dirty="0"/>
              <a:t>데몬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FDF5A9B-DACC-4A7E-8778-A79CF2673E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dirty="0" err="1"/>
              <a:t>슈퍼데몬</a:t>
            </a:r>
            <a:endParaRPr lang="ko-KR" altLang="en-US" dirty="0"/>
          </a:p>
          <a:p>
            <a:r>
              <a:rPr lang="ko-KR" altLang="en-US" dirty="0"/>
              <a:t> </a:t>
            </a:r>
            <a:r>
              <a:rPr lang="ko-KR" altLang="en-US" dirty="0" err="1"/>
              <a:t>데몬의</a:t>
            </a:r>
            <a:r>
              <a:rPr lang="ko-KR" altLang="en-US" dirty="0"/>
              <a:t> 종류가 늘어나자 이를 관리하기 위해 </a:t>
            </a:r>
            <a:r>
              <a:rPr lang="ko-KR" altLang="en-US" dirty="0" err="1"/>
              <a:t>슈퍼데몬이</a:t>
            </a:r>
            <a:r>
              <a:rPr lang="ko-KR" altLang="en-US" dirty="0"/>
              <a:t> 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  </a:t>
            </a:r>
            <a:r>
              <a:rPr lang="ko-KR" altLang="en-US" dirty="0"/>
              <a:t>등장하였으며</a:t>
            </a:r>
            <a:r>
              <a:rPr lang="en-US" altLang="ko-KR" dirty="0"/>
              <a:t>, </a:t>
            </a:r>
            <a:r>
              <a:rPr lang="ko-KR" altLang="en-US" dirty="0"/>
              <a:t>네트워크 서비스를 제공하는 </a:t>
            </a:r>
            <a:r>
              <a:rPr lang="ko-KR" altLang="en-US" dirty="0" err="1"/>
              <a:t>데몬만</a:t>
            </a:r>
            <a:r>
              <a:rPr lang="ko-KR" altLang="en-US" dirty="0"/>
              <a:t> 관리</a:t>
            </a:r>
          </a:p>
          <a:p>
            <a:r>
              <a:rPr lang="ko-KR" altLang="en-US" dirty="0"/>
              <a:t> 요청이 오면 이를 받아 해당하는 서비스 </a:t>
            </a:r>
            <a:r>
              <a:rPr lang="ko-KR" altLang="en-US" dirty="0" err="1"/>
              <a:t>데몬을</a:t>
            </a:r>
            <a:r>
              <a:rPr lang="ko-KR" altLang="en-US" dirty="0"/>
              <a:t> 동작 시킴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 err="1"/>
              <a:t>데몬의</a:t>
            </a:r>
            <a:r>
              <a:rPr lang="ko-KR" altLang="en-US" dirty="0"/>
              <a:t> 조상</a:t>
            </a:r>
          </a:p>
          <a:p>
            <a:r>
              <a:rPr lang="ko-KR" altLang="en-US" dirty="0"/>
              <a:t>  대부분의 </a:t>
            </a:r>
            <a:r>
              <a:rPr lang="ko-KR" altLang="en-US" dirty="0" err="1"/>
              <a:t>데몬을</a:t>
            </a:r>
            <a:r>
              <a:rPr lang="ko-KR" altLang="en-US" dirty="0"/>
              <a:t> 동작시키는 조상 데몬 </a:t>
            </a:r>
            <a:r>
              <a:rPr lang="en-US" altLang="ko-KR" dirty="0"/>
              <a:t>/ ex ) </a:t>
            </a:r>
            <a:r>
              <a:rPr lang="en-US" altLang="ko-KR" dirty="0" err="1"/>
              <a:t>systemd</a:t>
            </a:r>
            <a:r>
              <a:rPr lang="en-US" altLang="ko-KR" dirty="0"/>
              <a:t> </a:t>
            </a:r>
            <a:r>
              <a:rPr lang="ko-KR" altLang="en-US" dirty="0"/>
              <a:t>와 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      커널 스레드 데몬</a:t>
            </a:r>
          </a:p>
          <a:p>
            <a:endParaRPr lang="ko-KR" altLang="en-US" dirty="0"/>
          </a:p>
          <a:p>
            <a:r>
              <a:rPr lang="ko-KR" altLang="en-US" dirty="0"/>
              <a:t>  </a:t>
            </a:r>
            <a:r>
              <a:rPr lang="en-US" altLang="ko-KR" dirty="0" err="1"/>
              <a:t>systemd</a:t>
            </a:r>
            <a:r>
              <a:rPr lang="en-US" altLang="ko-KR" dirty="0"/>
              <a:t> </a:t>
            </a:r>
            <a:r>
              <a:rPr lang="ko-KR" altLang="en-US" dirty="0"/>
              <a:t>데몬</a:t>
            </a:r>
            <a:r>
              <a:rPr lang="en-US" altLang="ko-KR" dirty="0"/>
              <a:t>= </a:t>
            </a:r>
            <a:r>
              <a:rPr lang="en-US" altLang="ko-KR" dirty="0" err="1"/>
              <a:t>init</a:t>
            </a:r>
            <a:r>
              <a:rPr lang="ko-KR" altLang="en-US" dirty="0"/>
              <a:t>를 대체한 데몬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1</a:t>
            </a:r>
            <a:r>
              <a:rPr lang="ko-KR" altLang="en-US" dirty="0"/>
              <a:t>번 프로세스로서 프로세스 대부분의 조상 프로세스로서 </a:t>
            </a:r>
            <a:r>
              <a:rPr lang="en-US" altLang="ko-KR" dirty="0"/>
              <a:t>, </a:t>
            </a:r>
          </a:p>
          <a:p>
            <a:pPr marL="0" indent="0">
              <a:buNone/>
            </a:pPr>
            <a:r>
              <a:rPr lang="en-US" altLang="ko-KR" dirty="0"/>
              <a:t>     </a:t>
            </a:r>
            <a:r>
              <a:rPr lang="ko-KR" altLang="en-US" dirty="0"/>
              <a:t>시스템의 상태를 종합적으로 관리하는 역할을 수행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(</a:t>
            </a:r>
            <a:r>
              <a:rPr lang="en-US" altLang="ko-KR" dirty="0" err="1"/>
              <a:t>pstree</a:t>
            </a:r>
            <a:r>
              <a:rPr lang="en-US" altLang="ko-KR" dirty="0"/>
              <a:t> </a:t>
            </a:r>
            <a:r>
              <a:rPr lang="ko-KR" altLang="en-US" dirty="0"/>
              <a:t>명령어를 통해 확인 가능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403845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806D78-7C3C-414D-8747-7482EF549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000" dirty="0"/>
              <a:t>커널 스레드 데몬</a:t>
            </a:r>
            <a:r>
              <a:rPr lang="en-US" altLang="ko-KR" sz="3000" dirty="0"/>
              <a:t/>
            </a:r>
            <a:br>
              <a:rPr lang="en-US" altLang="ko-KR" sz="3000" dirty="0"/>
            </a:br>
            <a:r>
              <a:rPr lang="ko-KR" altLang="en-US" sz="3000" dirty="0" err="1"/>
              <a:t>부트로더</a:t>
            </a:r>
            <a:endParaRPr lang="ko-KR" altLang="en-US" sz="30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6993F2-FC81-44F4-A636-936B3AA85F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629215"/>
            <a:ext cx="7315200" cy="5712861"/>
          </a:xfrm>
        </p:spPr>
        <p:txBody>
          <a:bodyPr>
            <a:normAutofit fontScale="92500" lnSpcReduction="20000"/>
          </a:bodyPr>
          <a:lstStyle/>
          <a:p>
            <a:r>
              <a:rPr lang="ko-KR" altLang="en-US" dirty="0"/>
              <a:t>커널 스레드 데몬</a:t>
            </a:r>
          </a:p>
          <a:p>
            <a:r>
              <a:rPr lang="ko-KR" altLang="en-US" dirty="0"/>
              <a:t>  커널 데몬 </a:t>
            </a:r>
            <a:r>
              <a:rPr lang="en-US" altLang="ko-KR" dirty="0"/>
              <a:t>: </a:t>
            </a:r>
            <a:r>
              <a:rPr lang="ko-KR" altLang="en-US" dirty="0"/>
              <a:t>커널의 일부분을 프로세스처럼 관리하는 데몬  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   (</a:t>
            </a:r>
            <a:r>
              <a:rPr lang="en-US" altLang="ko-KR" dirty="0" err="1"/>
              <a:t>ps</a:t>
            </a:r>
            <a:r>
              <a:rPr lang="en-US" altLang="ko-KR" dirty="0"/>
              <a:t> </a:t>
            </a:r>
            <a:r>
              <a:rPr lang="ko-KR" altLang="en-US" dirty="0"/>
              <a:t>명령으로 확인 했을 때 </a:t>
            </a:r>
            <a:r>
              <a:rPr lang="en-US" altLang="ko-KR" dirty="0"/>
              <a:t>([])</a:t>
            </a:r>
            <a:r>
              <a:rPr lang="ko-KR" altLang="en-US" dirty="0"/>
              <a:t>로 둘러싸여 있는 프로세스들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  </a:t>
            </a:r>
            <a:r>
              <a:rPr lang="ko-KR" altLang="en-US" dirty="0"/>
              <a:t>역할 </a:t>
            </a:r>
            <a:r>
              <a:rPr lang="en-US" altLang="ko-KR" dirty="0"/>
              <a:t>: </a:t>
            </a:r>
            <a:r>
              <a:rPr lang="ko-KR" altLang="en-US" dirty="0"/>
              <a:t>대부분 입출력이나 메모리 관리</a:t>
            </a:r>
            <a:r>
              <a:rPr lang="en-US" altLang="ko-KR" dirty="0"/>
              <a:t>, </a:t>
            </a:r>
            <a:r>
              <a:rPr lang="ko-KR" altLang="en-US" dirty="0"/>
              <a:t>디스크 동기화 등을 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      수행하며 대체로 </a:t>
            </a:r>
            <a:r>
              <a:rPr lang="en-US" altLang="ko-KR" dirty="0"/>
              <a:t>PID </a:t>
            </a:r>
            <a:r>
              <a:rPr lang="ko-KR" altLang="en-US" dirty="0"/>
              <a:t>가 낮은 번호로 할당 되어있음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 *</a:t>
            </a:r>
            <a:r>
              <a:rPr lang="ko-KR" altLang="en-US" dirty="0"/>
              <a:t>중요</a:t>
            </a:r>
            <a:r>
              <a:rPr lang="en-US" altLang="ko-KR" dirty="0"/>
              <a:t>! </a:t>
            </a:r>
            <a:r>
              <a:rPr lang="en-US" altLang="ko-KR" dirty="0" err="1"/>
              <a:t>kthreadd</a:t>
            </a:r>
            <a:r>
              <a:rPr lang="en-US" altLang="ko-KR" dirty="0"/>
              <a:t> (</a:t>
            </a:r>
            <a:r>
              <a:rPr lang="ko-KR" altLang="en-US" dirty="0"/>
              <a:t>커널 스레드 데몬</a:t>
            </a:r>
            <a:r>
              <a:rPr lang="en-US" altLang="ko-KR" dirty="0"/>
              <a:t>) : </a:t>
            </a:r>
            <a:r>
              <a:rPr lang="ko-KR" altLang="en-US" dirty="0"/>
              <a:t>커널 </a:t>
            </a:r>
            <a:r>
              <a:rPr lang="ko-KR" altLang="en-US" dirty="0" err="1"/>
              <a:t>데몬을</a:t>
            </a:r>
            <a:r>
              <a:rPr lang="ko-KR" altLang="en-US" dirty="0"/>
              <a:t> 동작시키는 조상 데몬</a:t>
            </a:r>
          </a:p>
          <a:p>
            <a:endParaRPr lang="ko-KR" altLang="en-US" dirty="0"/>
          </a:p>
          <a:p>
            <a:r>
              <a:rPr lang="ko-KR" altLang="en-US" dirty="0"/>
              <a:t> 부트 </a:t>
            </a:r>
            <a:r>
              <a:rPr lang="ko-KR" altLang="en-US" dirty="0" err="1"/>
              <a:t>로더</a:t>
            </a:r>
            <a:r>
              <a:rPr lang="ko-KR" altLang="en-US" dirty="0"/>
              <a:t> </a:t>
            </a:r>
            <a:r>
              <a:rPr lang="en-US" altLang="ko-KR" dirty="0"/>
              <a:t>( LILO </a:t>
            </a:r>
            <a:r>
              <a:rPr lang="ko-KR" altLang="en-US" dirty="0"/>
              <a:t>와 </a:t>
            </a:r>
            <a:r>
              <a:rPr lang="en-US" altLang="ko-KR" dirty="0"/>
              <a:t>GRUB )</a:t>
            </a:r>
          </a:p>
          <a:p>
            <a:r>
              <a:rPr lang="en-US" altLang="ko-KR" dirty="0"/>
              <a:t> </a:t>
            </a:r>
            <a:r>
              <a:rPr lang="ko-KR" altLang="en-US" dirty="0"/>
              <a:t>역할 </a:t>
            </a:r>
            <a:r>
              <a:rPr lang="en-US" altLang="ko-KR" dirty="0"/>
              <a:t>: </a:t>
            </a:r>
            <a:r>
              <a:rPr lang="ko-KR" altLang="en-US" dirty="0"/>
              <a:t>커널을 메모리에 </a:t>
            </a:r>
            <a:r>
              <a:rPr lang="ko-KR" altLang="en-US" dirty="0" err="1"/>
              <a:t>로딩하는</a:t>
            </a:r>
            <a:r>
              <a:rPr lang="ko-KR" altLang="en-US" dirty="0"/>
              <a:t> 역할을 수행         </a:t>
            </a:r>
          </a:p>
          <a:p>
            <a:r>
              <a:rPr lang="ko-KR" altLang="en-US" dirty="0"/>
              <a:t> </a:t>
            </a:r>
            <a:r>
              <a:rPr lang="en-US" altLang="ko-KR" dirty="0"/>
              <a:t>GRUB</a:t>
            </a:r>
            <a:r>
              <a:rPr lang="ko-KR" altLang="en-US" dirty="0"/>
              <a:t>가 </a:t>
            </a:r>
            <a:r>
              <a:rPr lang="en-US" altLang="ko-KR" dirty="0"/>
              <a:t>LILO</a:t>
            </a:r>
            <a:r>
              <a:rPr lang="ko-KR" altLang="en-US" dirty="0"/>
              <a:t>에 비해 가지는 장점</a:t>
            </a:r>
          </a:p>
          <a:p>
            <a:pPr marL="0" indent="0">
              <a:buNone/>
            </a:pPr>
            <a:r>
              <a:rPr lang="ko-KR" altLang="en-US" dirty="0"/>
              <a:t>   </a:t>
            </a:r>
            <a:r>
              <a:rPr lang="en-US" altLang="ko-KR" dirty="0"/>
              <a:t>- LILO</a:t>
            </a:r>
            <a:r>
              <a:rPr lang="ko-KR" altLang="en-US" dirty="0"/>
              <a:t>는 리눅스에서만 사용 가능하지만 </a:t>
            </a:r>
            <a:r>
              <a:rPr lang="en-US" altLang="ko-KR" dirty="0"/>
              <a:t>GRUB</a:t>
            </a:r>
            <a:r>
              <a:rPr lang="ko-KR" altLang="en-US" dirty="0"/>
              <a:t>는 윈도에서도 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 </a:t>
            </a:r>
            <a:r>
              <a:rPr lang="ko-KR" altLang="en-US" dirty="0"/>
              <a:t>사용 가능</a:t>
            </a:r>
          </a:p>
          <a:p>
            <a:pPr marL="0" indent="0">
              <a:buNone/>
            </a:pPr>
            <a:r>
              <a:rPr lang="ko-KR" altLang="en-US" dirty="0"/>
              <a:t>   </a:t>
            </a:r>
            <a:r>
              <a:rPr lang="en-US" altLang="ko-KR" dirty="0"/>
              <a:t>- LILO</a:t>
            </a:r>
            <a:r>
              <a:rPr lang="ko-KR" altLang="en-US" dirty="0"/>
              <a:t>에 비해 설정과 사용이 편리</a:t>
            </a:r>
          </a:p>
          <a:p>
            <a:pPr marL="0" indent="0">
              <a:buNone/>
            </a:pPr>
            <a:r>
              <a:rPr lang="ko-KR" altLang="en-US" dirty="0"/>
              <a:t>   </a:t>
            </a:r>
            <a:r>
              <a:rPr lang="en-US" altLang="ko-KR" dirty="0"/>
              <a:t>- </a:t>
            </a:r>
            <a:r>
              <a:rPr lang="ko-KR" altLang="en-US" dirty="0"/>
              <a:t>부팅 시에 명령을 사용하여 수정이 가능</a:t>
            </a:r>
          </a:p>
          <a:p>
            <a:pPr marL="0" indent="0">
              <a:buNone/>
            </a:pPr>
            <a:r>
              <a:rPr lang="ko-KR" altLang="en-US" dirty="0"/>
              <a:t>   </a:t>
            </a:r>
            <a:r>
              <a:rPr lang="en-US" altLang="ko-KR" dirty="0"/>
              <a:t>- </a:t>
            </a:r>
            <a:r>
              <a:rPr lang="ko-KR" altLang="en-US" dirty="0"/>
              <a:t>멀티 부팅 기능을 지원</a:t>
            </a:r>
          </a:p>
        </p:txBody>
      </p:sp>
    </p:spTree>
    <p:extLst>
      <p:ext uri="{BB962C8B-B14F-4D97-AF65-F5344CB8AC3E}">
        <p14:creationId xmlns:p14="http://schemas.microsoft.com/office/powerpoint/2010/main" val="25344501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B8217A-B58A-42AE-8710-780E8772E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000" dirty="0"/>
              <a:t>GRUB2</a:t>
            </a:r>
            <a:br>
              <a:rPr lang="en-US" altLang="ko-KR" sz="3000" dirty="0"/>
            </a:br>
            <a:r>
              <a:rPr lang="ko-KR" altLang="en-US" sz="3000" dirty="0"/>
              <a:t>단일 </a:t>
            </a:r>
            <a:r>
              <a:rPr lang="ko-KR" altLang="en-US" sz="3000" dirty="0" err="1"/>
              <a:t>사용자모드부팅</a:t>
            </a:r>
            <a:endParaRPr lang="ko-KR" altLang="en-US" sz="30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E8F913D-2CE5-44D5-B483-2E3A5376D1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 </a:t>
            </a:r>
            <a:r>
              <a:rPr lang="en-US" altLang="ko-KR" dirty="0"/>
              <a:t>GRUB2 </a:t>
            </a:r>
            <a:r>
              <a:rPr lang="ko-KR" altLang="en-US" dirty="0"/>
              <a:t>관련 디렉터리와 파일</a:t>
            </a:r>
          </a:p>
          <a:p>
            <a:r>
              <a:rPr lang="ko-KR" altLang="en-US" dirty="0"/>
              <a:t> 관련 파일 및 디렉터리</a:t>
            </a:r>
          </a:p>
          <a:p>
            <a:pPr marL="0" indent="0">
              <a:buNone/>
            </a:pPr>
            <a:r>
              <a:rPr lang="ko-KR" altLang="en-US" dirty="0"/>
              <a:t>    </a:t>
            </a:r>
            <a:r>
              <a:rPr lang="en-US" altLang="ko-KR" dirty="0"/>
              <a:t>/</a:t>
            </a:r>
            <a:r>
              <a:rPr lang="en-US" altLang="ko-KR" dirty="0" err="1"/>
              <a:t>etc</a:t>
            </a:r>
            <a:r>
              <a:rPr lang="en-US" altLang="ko-KR" dirty="0"/>
              <a:t>/</a:t>
            </a:r>
            <a:r>
              <a:rPr lang="en-US" altLang="ko-KR" dirty="0" err="1"/>
              <a:t>grub.d</a:t>
            </a:r>
            <a:r>
              <a:rPr lang="en-US" altLang="ko-KR" dirty="0"/>
              <a:t> </a:t>
            </a:r>
            <a:r>
              <a:rPr lang="ko-KR" altLang="en-US" dirty="0"/>
              <a:t>디렉터리 </a:t>
            </a:r>
            <a:r>
              <a:rPr lang="en-US" altLang="ko-KR" dirty="0"/>
              <a:t>,  /boot/grub2/</a:t>
            </a:r>
            <a:r>
              <a:rPr lang="en-US" altLang="ko-KR" dirty="0" err="1"/>
              <a:t>grub.cfg</a:t>
            </a:r>
            <a:r>
              <a:rPr lang="en-US" altLang="ko-KR" dirty="0"/>
              <a:t> </a:t>
            </a:r>
            <a:r>
              <a:rPr lang="ko-KR" altLang="en-US" dirty="0"/>
              <a:t>파일 </a:t>
            </a:r>
            <a:r>
              <a:rPr lang="en-US" altLang="ko-KR" dirty="0"/>
              <a:t>,    </a:t>
            </a:r>
          </a:p>
          <a:p>
            <a:pPr marL="0" indent="0">
              <a:buNone/>
            </a:pPr>
            <a:r>
              <a:rPr lang="en-US" altLang="ko-KR" dirty="0"/>
              <a:t>    /</a:t>
            </a:r>
            <a:r>
              <a:rPr lang="en-US" altLang="ko-KR" dirty="0" err="1"/>
              <a:t>etc</a:t>
            </a:r>
            <a:r>
              <a:rPr lang="en-US" altLang="ko-KR" dirty="0"/>
              <a:t>/default/grub </a:t>
            </a:r>
            <a:r>
              <a:rPr lang="ko-KR" altLang="en-US" dirty="0"/>
              <a:t>파일</a:t>
            </a:r>
          </a:p>
          <a:p>
            <a:pPr marL="0" indent="0">
              <a:buNone/>
            </a:pPr>
            <a:r>
              <a:rPr lang="ko-KR" altLang="en-US" dirty="0"/>
              <a:t>    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단일 사용자 모드로 부팅하기</a:t>
            </a:r>
          </a:p>
          <a:p>
            <a:r>
              <a:rPr lang="ko-KR" altLang="en-US" dirty="0"/>
              <a:t> * </a:t>
            </a:r>
            <a:r>
              <a:rPr lang="en-US" altLang="ko-KR" dirty="0"/>
              <a:t>root </a:t>
            </a:r>
            <a:r>
              <a:rPr lang="ko-KR" altLang="en-US" dirty="0"/>
              <a:t>계정의 암호를 잊어버렸을 경우 암호를 복구하기 위해</a:t>
            </a:r>
            <a:endParaRPr lang="en-US" altLang="ko-KR" dirty="0"/>
          </a:p>
          <a:p>
            <a:r>
              <a:rPr lang="ko-KR" altLang="en-US" dirty="0"/>
              <a:t> </a:t>
            </a:r>
            <a:r>
              <a:rPr lang="en-US" altLang="ko-KR" dirty="0"/>
              <a:t>1. </a:t>
            </a:r>
            <a:r>
              <a:rPr lang="ko-KR" altLang="en-US" dirty="0"/>
              <a:t>시스템 재시작하기</a:t>
            </a:r>
          </a:p>
          <a:p>
            <a:pPr marL="0" indent="0">
              <a:buNone/>
            </a:pPr>
            <a:r>
              <a:rPr lang="ko-KR" altLang="en-US" dirty="0"/>
              <a:t>      </a:t>
            </a:r>
            <a:r>
              <a:rPr lang="en-US" altLang="ko-KR" dirty="0"/>
              <a:t>GRUB </a:t>
            </a:r>
            <a:r>
              <a:rPr lang="ko-KR" altLang="en-US" dirty="0"/>
              <a:t>메뉴 초기 화면이 출력</a:t>
            </a:r>
          </a:p>
          <a:p>
            <a:r>
              <a:rPr lang="ko-KR" altLang="en-US" dirty="0"/>
              <a:t> </a:t>
            </a:r>
            <a:r>
              <a:rPr lang="en-US" altLang="ko-KR" dirty="0"/>
              <a:t>2. GRUB </a:t>
            </a:r>
            <a:r>
              <a:rPr lang="ko-KR" altLang="en-US" dirty="0"/>
              <a:t>편집 모드로 전환</a:t>
            </a:r>
          </a:p>
          <a:p>
            <a:pPr marL="0" indent="0">
              <a:buNone/>
            </a:pPr>
            <a:r>
              <a:rPr lang="ko-KR" altLang="en-US" dirty="0"/>
              <a:t>     </a:t>
            </a:r>
            <a:r>
              <a:rPr lang="en-US" altLang="ko-KR" dirty="0"/>
              <a:t>GRUB Boot Menu </a:t>
            </a:r>
            <a:r>
              <a:rPr lang="ko-KR" altLang="en-US" dirty="0"/>
              <a:t>가 출력될 때 신속하게 </a:t>
            </a:r>
            <a:r>
              <a:rPr lang="en-US" altLang="ko-KR" dirty="0"/>
              <a:t>'e' </a:t>
            </a:r>
            <a:r>
              <a:rPr lang="ko-KR" altLang="en-US" dirty="0"/>
              <a:t>키를 눌러서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 </a:t>
            </a:r>
            <a:r>
              <a:rPr lang="ko-KR" altLang="en-US" dirty="0"/>
              <a:t> 편집 모드로 전환 </a:t>
            </a:r>
          </a:p>
        </p:txBody>
      </p:sp>
    </p:spTree>
    <p:extLst>
      <p:ext uri="{BB962C8B-B14F-4D97-AF65-F5344CB8AC3E}">
        <p14:creationId xmlns:p14="http://schemas.microsoft.com/office/powerpoint/2010/main" val="37425512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F01713-DC43-4F42-9EF1-C416B2F4C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과정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F96D08-C92F-4F12-B7AF-62459072AC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  <a:p>
            <a:r>
              <a:rPr lang="ko-KR" altLang="en-US" dirty="0"/>
              <a:t> </a:t>
            </a:r>
            <a:r>
              <a:rPr lang="en-US" altLang="ko-KR" dirty="0"/>
              <a:t>3. </a:t>
            </a:r>
            <a:r>
              <a:rPr lang="ko-KR" altLang="en-US" dirty="0"/>
              <a:t>단일 사용자 모드로 수정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리눅스 커널 정보가 있는 행에서 </a:t>
            </a:r>
            <a:r>
              <a:rPr lang="en-US" altLang="ko-KR" dirty="0"/>
              <a:t>quiet </a:t>
            </a:r>
            <a:r>
              <a:rPr lang="ko-KR" altLang="en-US" dirty="0"/>
              <a:t>다음에 </a:t>
            </a:r>
            <a:r>
              <a:rPr lang="en-US" altLang="ko-KR" dirty="0"/>
              <a:t>1</a:t>
            </a:r>
            <a:r>
              <a:rPr lang="ko-KR" altLang="en-US" dirty="0"/>
              <a:t>을 추가하면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 err="1"/>
              <a:t>런레벨</a:t>
            </a:r>
            <a:r>
              <a:rPr lang="ko-KR" altLang="en-US" dirty="0"/>
              <a:t> </a:t>
            </a:r>
            <a:r>
              <a:rPr lang="en-US" altLang="ko-KR" dirty="0"/>
              <a:t>1</a:t>
            </a:r>
            <a:r>
              <a:rPr lang="ko-KR" altLang="en-US" dirty="0"/>
              <a:t>로 부팅을 함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ko-KR" altLang="en-US" dirty="0"/>
              <a:t>이때는 단일 사용자 모드로 부팅 후 </a:t>
            </a:r>
            <a:r>
              <a:rPr lang="en-US" altLang="ko-KR" dirty="0"/>
              <a:t>root </a:t>
            </a:r>
            <a:r>
              <a:rPr lang="ko-KR" altLang="en-US" dirty="0"/>
              <a:t>암호를 </a:t>
            </a:r>
            <a:r>
              <a:rPr lang="ko-KR" altLang="en-US" dirty="0" err="1"/>
              <a:t>물어봄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ko-KR" altLang="en-US" dirty="0"/>
              <a:t>따라서 </a:t>
            </a:r>
            <a:r>
              <a:rPr lang="en-US" altLang="ko-KR" dirty="0"/>
              <a:t>root </a:t>
            </a:r>
            <a:r>
              <a:rPr lang="ko-KR" altLang="en-US" dirty="0"/>
              <a:t>암호를 복구하려면 </a:t>
            </a:r>
            <a:r>
              <a:rPr lang="en-US" altLang="ko-KR" dirty="0"/>
              <a:t>quiet </a:t>
            </a:r>
            <a:r>
              <a:rPr lang="ko-KR" altLang="en-US" dirty="0"/>
              <a:t>다음에 </a:t>
            </a:r>
            <a:r>
              <a:rPr lang="en-US" altLang="ko-KR" dirty="0" err="1"/>
              <a:t>init</a:t>
            </a:r>
            <a:r>
              <a:rPr lang="en-US" altLang="ko-KR" dirty="0"/>
              <a:t>=/bin/bash</a:t>
            </a:r>
            <a:r>
              <a:rPr lang="ko-KR" altLang="en-US" dirty="0"/>
              <a:t>를 추가 </a:t>
            </a:r>
          </a:p>
          <a:p>
            <a:endParaRPr lang="ko-KR" altLang="en-US" dirty="0"/>
          </a:p>
          <a:p>
            <a:r>
              <a:rPr lang="ko-KR" altLang="en-US" dirty="0"/>
              <a:t> </a:t>
            </a:r>
            <a:r>
              <a:rPr lang="en-US" altLang="ko-KR" dirty="0"/>
              <a:t>4. </a:t>
            </a:r>
            <a:r>
              <a:rPr lang="ko-KR" altLang="en-US" dirty="0"/>
              <a:t>재시작하기 </a:t>
            </a:r>
          </a:p>
          <a:p>
            <a:r>
              <a:rPr lang="en-US" altLang="ko-KR" dirty="0"/>
              <a:t>F10 </a:t>
            </a:r>
            <a:r>
              <a:rPr lang="ko-KR" altLang="en-US" dirty="0"/>
              <a:t>키를 눌러 재시작 후 부팅된 경우 루트 파일 시스템이 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   읽기 전용으로 </a:t>
            </a:r>
            <a:r>
              <a:rPr lang="ko-KR" altLang="en-US" dirty="0" err="1"/>
              <a:t>마운트되므로</a:t>
            </a:r>
            <a:r>
              <a:rPr lang="ko-KR" altLang="en-US" dirty="0"/>
              <a:t> 읽기</a:t>
            </a:r>
            <a:r>
              <a:rPr lang="en-US" altLang="ko-KR" dirty="0"/>
              <a:t>/</a:t>
            </a:r>
            <a:r>
              <a:rPr lang="ko-KR" altLang="en-US" dirty="0"/>
              <a:t>쓰기 모드로 다시 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</a:t>
            </a:r>
            <a:r>
              <a:rPr lang="ko-KR" altLang="en-US" dirty="0" err="1"/>
              <a:t>마운트해야함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ko-KR" altLang="en-US" dirty="0"/>
              <a:t>이후 </a:t>
            </a:r>
            <a:r>
              <a:rPr lang="en-US" altLang="ko-KR" dirty="0"/>
              <a:t>passwd root </a:t>
            </a:r>
            <a:r>
              <a:rPr lang="ko-KR" altLang="en-US" dirty="0"/>
              <a:t>명령으로 암호를 수정한 후 시스템을 껐다 킨다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047466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4F899C-B105-4960-8FF2-7CEBA1026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RPM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0C2D538-05F6-49A4-B299-FC45AB6E1C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 </a:t>
            </a:r>
            <a:r>
              <a:rPr lang="en-US" altLang="ko-KR" dirty="0"/>
              <a:t>RPM </a:t>
            </a:r>
            <a:r>
              <a:rPr lang="ko-KR" altLang="en-US" dirty="0"/>
              <a:t>패키지 설치</a:t>
            </a:r>
          </a:p>
          <a:p>
            <a:r>
              <a:rPr lang="ko-KR" altLang="en-US" dirty="0"/>
              <a:t>     </a:t>
            </a:r>
            <a:r>
              <a:rPr lang="en-US" altLang="ko-KR" dirty="0"/>
              <a:t>RPM : </a:t>
            </a:r>
            <a:r>
              <a:rPr lang="ko-KR" altLang="en-US" dirty="0"/>
              <a:t>대표적인 리눅스 회사인 </a:t>
            </a:r>
            <a:r>
              <a:rPr lang="ko-KR" altLang="en-US" dirty="0" err="1"/>
              <a:t>레드햇에서</a:t>
            </a:r>
            <a:r>
              <a:rPr lang="ko-KR" altLang="en-US" dirty="0"/>
              <a:t> 만든 패키지 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      </a:t>
            </a:r>
            <a:r>
              <a:rPr lang="ko-KR" altLang="en-US" dirty="0"/>
              <a:t>관리 도구</a:t>
            </a:r>
          </a:p>
          <a:p>
            <a:r>
              <a:rPr lang="ko-KR" altLang="en-US" dirty="0"/>
              <a:t> 특징 </a:t>
            </a:r>
            <a:r>
              <a:rPr lang="en-US" altLang="ko-KR" dirty="0"/>
              <a:t>: </a:t>
            </a:r>
            <a:r>
              <a:rPr lang="ko-KR" altLang="en-US" dirty="0"/>
              <a:t>바이너리 파일로 구성되어 있어 컴파일이 필요 없다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ko-KR" altLang="en-US" dirty="0"/>
              <a:t>       패키지의 파일들이 관련 디렉터리로 바로 설치</a:t>
            </a:r>
          </a:p>
          <a:p>
            <a:pPr marL="0" indent="0">
              <a:buNone/>
            </a:pPr>
            <a:r>
              <a:rPr lang="ko-KR" altLang="en-US" dirty="0"/>
              <a:t>       한 번에 설치된 패키지의 파일을 일괄적으로 삭제할 수 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    패키지에 대한 정보 제공</a:t>
            </a:r>
          </a:p>
          <a:p>
            <a:r>
              <a:rPr lang="ko-KR" altLang="en-US" dirty="0"/>
              <a:t>    패키지의 설치 상태 검증 등</a:t>
            </a:r>
            <a:endParaRPr lang="en-US" altLang="ko-KR" dirty="0"/>
          </a:p>
          <a:p>
            <a:endParaRPr lang="ko-KR" altLang="en-US" dirty="0"/>
          </a:p>
          <a:p>
            <a:r>
              <a:rPr lang="ko-KR" altLang="en-US" dirty="0"/>
              <a:t> 단점 </a:t>
            </a:r>
            <a:r>
              <a:rPr lang="en-US" altLang="ko-KR" dirty="0"/>
              <a:t>: </a:t>
            </a:r>
            <a:r>
              <a:rPr lang="ko-KR" altLang="en-US" dirty="0"/>
              <a:t>패키지 의존성에 따라 관련 패키지가 먼저 설치되어 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     있지 않으면 설치 할 수 없다</a:t>
            </a:r>
            <a:r>
              <a:rPr lang="en-US" altLang="ko-KR" dirty="0"/>
              <a:t>. </a:t>
            </a:r>
            <a:r>
              <a:rPr lang="ko-KR" altLang="en-US" dirty="0"/>
              <a:t>이를 해결하기 위해 패키지 관리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     도구로서 </a:t>
            </a:r>
            <a:r>
              <a:rPr lang="en-US" altLang="ko-KR" dirty="0"/>
              <a:t>yum </a:t>
            </a:r>
            <a:r>
              <a:rPr lang="ko-KR" altLang="en-US" dirty="0"/>
              <a:t>이 등장</a:t>
            </a:r>
          </a:p>
          <a:p>
            <a:pPr marL="0" indent="0"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89754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672B77-29E3-4E67-BB5D-03DFCDAE7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RPM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4674F-19C6-48C6-893C-9DEB6E1728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 </a:t>
            </a:r>
            <a:r>
              <a:rPr lang="en-US" altLang="ko-KR" dirty="0"/>
              <a:t>RPM </a:t>
            </a:r>
            <a:r>
              <a:rPr lang="ko-KR" altLang="en-US" dirty="0"/>
              <a:t>패키지 설치</a:t>
            </a:r>
          </a:p>
          <a:p>
            <a:r>
              <a:rPr lang="en-US" altLang="ko-KR" dirty="0"/>
              <a:t> RPM : </a:t>
            </a:r>
            <a:r>
              <a:rPr lang="ko-KR" altLang="en-US" dirty="0"/>
              <a:t>대표적인 리눅스 회사인 </a:t>
            </a:r>
            <a:r>
              <a:rPr lang="ko-KR" altLang="en-US" dirty="0" err="1"/>
              <a:t>레드햇에서</a:t>
            </a:r>
            <a:r>
              <a:rPr lang="ko-KR" altLang="en-US" dirty="0"/>
              <a:t> 만든 패키지 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              </a:t>
            </a:r>
            <a:r>
              <a:rPr lang="ko-KR" altLang="en-US" dirty="0"/>
              <a:t>관리 도구</a:t>
            </a:r>
          </a:p>
          <a:p>
            <a:r>
              <a:rPr lang="ko-KR" altLang="en-US" dirty="0"/>
              <a:t>특징 </a:t>
            </a:r>
            <a:r>
              <a:rPr lang="en-US" altLang="ko-KR" dirty="0"/>
              <a:t>: </a:t>
            </a:r>
            <a:r>
              <a:rPr lang="ko-KR" altLang="en-US" dirty="0"/>
              <a:t>바이너리 파일로 구성되어 있어 컴파일이 필요 없다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            </a:t>
            </a:r>
            <a:r>
              <a:rPr lang="ko-KR" altLang="en-US" dirty="0"/>
              <a:t>패키지의 파일들이 관련 디렉터리로 바로 설치</a:t>
            </a:r>
          </a:p>
          <a:p>
            <a:pPr marL="0" indent="0">
              <a:buNone/>
            </a:pPr>
            <a:r>
              <a:rPr lang="ko-KR" altLang="en-US" dirty="0"/>
              <a:t>           한 번에 설치된 패키지의 파일을 일괄적으로 삭제할 수 있다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           </a:t>
            </a:r>
            <a:r>
              <a:rPr lang="ko-KR" altLang="en-US" dirty="0"/>
              <a:t>패키지에 대한 정보 제공</a:t>
            </a:r>
          </a:p>
          <a:p>
            <a:pPr marL="0" indent="0">
              <a:buNone/>
            </a:pPr>
            <a:r>
              <a:rPr lang="ko-KR" altLang="en-US" dirty="0"/>
              <a:t>           패키지의 설치 상태 검증 등</a:t>
            </a:r>
          </a:p>
          <a:p>
            <a:r>
              <a:rPr lang="ko-KR" altLang="en-US" dirty="0"/>
              <a:t>단점 </a:t>
            </a:r>
            <a:r>
              <a:rPr lang="en-US" altLang="ko-KR" dirty="0"/>
              <a:t>: </a:t>
            </a:r>
            <a:r>
              <a:rPr lang="ko-KR" altLang="en-US" dirty="0"/>
              <a:t>패키지 의존성에 따라 관련 패키지가 먼저 설치되어 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   있지 않으면 설치 할 수 없다</a:t>
            </a:r>
            <a:r>
              <a:rPr lang="en-US" altLang="ko-KR" dirty="0"/>
              <a:t>. </a:t>
            </a:r>
            <a:r>
              <a:rPr lang="ko-KR" altLang="en-US" dirty="0"/>
              <a:t>이를 해결하기 위해 패키지 관리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</a:t>
            </a:r>
            <a:r>
              <a:rPr lang="ko-KR" altLang="en-US" dirty="0"/>
              <a:t> 도구로서 </a:t>
            </a:r>
            <a:r>
              <a:rPr lang="en-US" altLang="ko-KR" dirty="0"/>
              <a:t>yum </a:t>
            </a:r>
            <a:r>
              <a:rPr lang="ko-KR" altLang="en-US" dirty="0"/>
              <a:t>이 등장</a:t>
            </a:r>
          </a:p>
          <a:p>
            <a:pPr marL="0" indent="0">
              <a:buNone/>
            </a:pPr>
            <a:r>
              <a:rPr lang="ko-KR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953827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22CB75-B6E6-4B10-93D5-13A010BA9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000" dirty="0"/>
              <a:t>RPM</a:t>
            </a:r>
            <a:endParaRPr lang="ko-KR" altLang="en-US" sz="30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615310E-0702-43CE-8D36-864C3CF3E6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2.  RPM </a:t>
            </a:r>
            <a:r>
              <a:rPr lang="ko-KR" altLang="en-US" dirty="0"/>
              <a:t>패키지 설치하는 명령어 </a:t>
            </a:r>
            <a:r>
              <a:rPr lang="en-US" altLang="ko-KR" dirty="0"/>
              <a:t>: </a:t>
            </a:r>
            <a:r>
              <a:rPr lang="en-US" altLang="ko-KR" dirty="0" err="1"/>
              <a:t>rmp</a:t>
            </a:r>
            <a:r>
              <a:rPr lang="en-US" altLang="ko-KR" dirty="0"/>
              <a:t> -</a:t>
            </a:r>
            <a:r>
              <a:rPr lang="en-US" altLang="ko-KR" dirty="0" err="1"/>
              <a:t>i</a:t>
            </a:r>
            <a:r>
              <a:rPr lang="en-US" altLang="ko-KR" dirty="0"/>
              <a:t> [</a:t>
            </a:r>
            <a:r>
              <a:rPr lang="ko-KR" altLang="en-US" dirty="0"/>
              <a:t>설치 옵션</a:t>
            </a:r>
            <a:r>
              <a:rPr lang="en-US" altLang="ko-KR" dirty="0"/>
              <a:t>] </a:t>
            </a:r>
            <a:r>
              <a:rPr lang="ko-KR" altLang="en-US" dirty="0"/>
              <a:t>패키지명</a:t>
            </a:r>
          </a:p>
          <a:p>
            <a:r>
              <a:rPr lang="ko-KR" altLang="en-US" dirty="0"/>
              <a:t>옵션 </a:t>
            </a:r>
            <a:r>
              <a:rPr lang="en-US" altLang="ko-KR" dirty="0"/>
              <a:t>: -h : </a:t>
            </a:r>
            <a:r>
              <a:rPr lang="ko-KR" altLang="en-US" dirty="0"/>
              <a:t>해시 기호 출력</a:t>
            </a:r>
          </a:p>
          <a:p>
            <a:pPr marL="0" indent="0">
              <a:buNone/>
            </a:pPr>
            <a:r>
              <a:rPr lang="ko-KR" altLang="en-US" dirty="0"/>
              <a:t>                 </a:t>
            </a:r>
            <a:r>
              <a:rPr lang="en-US" altLang="ko-KR" dirty="0"/>
              <a:t>-v : </a:t>
            </a:r>
            <a:r>
              <a:rPr lang="ko-KR" altLang="en-US" dirty="0"/>
              <a:t>설치 과정에 대한 메세지를 출력</a:t>
            </a:r>
          </a:p>
          <a:p>
            <a:pPr marL="0" indent="0">
              <a:buNone/>
            </a:pPr>
            <a:r>
              <a:rPr lang="ko-KR" altLang="en-US" dirty="0"/>
              <a:t>                </a:t>
            </a:r>
            <a:r>
              <a:rPr lang="en-US" altLang="ko-KR" dirty="0"/>
              <a:t>--</a:t>
            </a:r>
            <a:r>
              <a:rPr lang="en-US" altLang="ko-KR" dirty="0" err="1"/>
              <a:t>replacefiles</a:t>
            </a:r>
            <a:r>
              <a:rPr lang="en-US" altLang="ko-KR" dirty="0"/>
              <a:t> : </a:t>
            </a:r>
            <a:r>
              <a:rPr lang="ko-KR" altLang="en-US" dirty="0"/>
              <a:t>다른 패키지 파일 덮어쓰고 패키지 강제 설치</a:t>
            </a:r>
          </a:p>
          <a:p>
            <a:pPr marL="0" indent="0">
              <a:buNone/>
            </a:pPr>
            <a:r>
              <a:rPr lang="ko-KR" altLang="en-US" dirty="0"/>
              <a:t>                </a:t>
            </a:r>
            <a:r>
              <a:rPr lang="en-US" altLang="ko-KR" dirty="0"/>
              <a:t>--</a:t>
            </a:r>
            <a:r>
              <a:rPr lang="en-US" altLang="ko-KR" dirty="0" err="1"/>
              <a:t>replacepkgs</a:t>
            </a:r>
            <a:r>
              <a:rPr lang="en-US" altLang="ko-KR" dirty="0"/>
              <a:t> : </a:t>
            </a:r>
            <a:r>
              <a:rPr lang="ko-KR" altLang="en-US" dirty="0"/>
              <a:t>패키지 다시 설치</a:t>
            </a:r>
          </a:p>
          <a:p>
            <a:pPr marL="0" indent="0">
              <a:buNone/>
            </a:pPr>
            <a:r>
              <a:rPr lang="ko-KR" altLang="en-US" dirty="0"/>
              <a:t>                </a:t>
            </a:r>
            <a:r>
              <a:rPr lang="en-US" altLang="ko-KR" dirty="0"/>
              <a:t>--test : </a:t>
            </a:r>
            <a:r>
              <a:rPr lang="ko-KR" altLang="en-US" dirty="0"/>
              <a:t>설치하지 않고 충돌 사항이 있는지 점검하고 보고함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3. RPM </a:t>
            </a:r>
            <a:r>
              <a:rPr lang="ko-KR" altLang="en-US" dirty="0"/>
              <a:t>패키지 업그레이드하여 설치하는 명령어 </a:t>
            </a:r>
            <a:r>
              <a:rPr lang="en-US" altLang="ko-KR" dirty="0"/>
              <a:t>: rpm [</a:t>
            </a:r>
            <a:r>
              <a:rPr lang="ko-KR" altLang="en-US" dirty="0"/>
              <a:t>설치 옵션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r>
              <a:rPr lang="en-US" altLang="ko-KR" dirty="0"/>
              <a:t>     </a:t>
            </a:r>
            <a:r>
              <a:rPr lang="ko-KR" altLang="en-US" dirty="0"/>
              <a:t>패키지명</a:t>
            </a:r>
          </a:p>
          <a:p>
            <a:r>
              <a:rPr lang="ko-KR" altLang="en-US" dirty="0"/>
              <a:t> 옵션 </a:t>
            </a:r>
            <a:r>
              <a:rPr lang="en-US" altLang="ko-KR" dirty="0"/>
              <a:t>: -h : </a:t>
            </a:r>
            <a:r>
              <a:rPr lang="ko-KR" altLang="en-US" dirty="0"/>
              <a:t>해시 기호 출력</a:t>
            </a:r>
          </a:p>
          <a:p>
            <a:pPr marL="0" indent="0">
              <a:buNone/>
            </a:pPr>
            <a:r>
              <a:rPr lang="ko-KR" altLang="en-US" dirty="0"/>
              <a:t>              </a:t>
            </a:r>
            <a:r>
              <a:rPr lang="en-US" altLang="ko-KR" dirty="0"/>
              <a:t>-v : </a:t>
            </a:r>
            <a:r>
              <a:rPr lang="ko-KR" altLang="en-US" dirty="0"/>
              <a:t>설치 과정에 대한 메세지를 출력</a:t>
            </a:r>
          </a:p>
          <a:p>
            <a:pPr marL="0" indent="0">
              <a:buNone/>
            </a:pPr>
            <a:r>
              <a:rPr lang="ko-KR" altLang="en-US" dirty="0"/>
              <a:t>              </a:t>
            </a:r>
            <a:r>
              <a:rPr lang="en-US" altLang="ko-KR" dirty="0"/>
              <a:t>-</a:t>
            </a:r>
            <a:r>
              <a:rPr lang="en-US" altLang="ko-KR" dirty="0" err="1"/>
              <a:t>i</a:t>
            </a:r>
            <a:r>
              <a:rPr lang="en-US" altLang="ko-KR" dirty="0"/>
              <a:t>  : </a:t>
            </a:r>
            <a:r>
              <a:rPr lang="ko-KR" altLang="en-US" dirty="0"/>
              <a:t>패키지를 설치     </a:t>
            </a:r>
          </a:p>
          <a:p>
            <a:pPr marL="0" indent="0">
              <a:buNone/>
            </a:pPr>
            <a:r>
              <a:rPr lang="ko-KR" altLang="en-US" dirty="0"/>
              <a:t>              </a:t>
            </a:r>
            <a:r>
              <a:rPr lang="en-US" altLang="ko-KR" dirty="0"/>
              <a:t>-U : </a:t>
            </a:r>
            <a:r>
              <a:rPr lang="ko-KR" altLang="en-US" dirty="0"/>
              <a:t>패키지를 업그레이드하여 설치</a:t>
            </a:r>
          </a:p>
          <a:p>
            <a:pPr marL="0" indent="0">
              <a:buNone/>
            </a:pPr>
            <a:r>
              <a:rPr lang="ko-KR" altLang="en-US" dirty="0"/>
              <a:t>      </a:t>
            </a:r>
            <a:r>
              <a:rPr lang="en-US" altLang="ko-KR" dirty="0"/>
              <a:t>ex ) rpm -</a:t>
            </a:r>
            <a:r>
              <a:rPr lang="en-US" altLang="ko-KR" dirty="0" err="1"/>
              <a:t>Uvh</a:t>
            </a:r>
            <a:r>
              <a:rPr lang="en-US" altLang="ko-KR" dirty="0"/>
              <a:t> lynx-2.8.8-0.1.dev15.fc19.x86_64.rpm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792361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9735F9-36CC-4E09-8E4D-8BF3833EA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RPM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8373513-495B-42D6-8122-92A6EF2F72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패키지 정보 검색하는 명령어 </a:t>
            </a:r>
            <a:r>
              <a:rPr lang="en-US" altLang="ko-KR" dirty="0"/>
              <a:t>: rpm -q </a:t>
            </a:r>
            <a:r>
              <a:rPr lang="ko-KR" altLang="en-US" dirty="0"/>
              <a:t>옵션</a:t>
            </a:r>
          </a:p>
          <a:p>
            <a:r>
              <a:rPr lang="ko-KR" altLang="en-US" dirty="0"/>
              <a:t>     옵션 </a:t>
            </a:r>
            <a:r>
              <a:rPr lang="en-US" altLang="ko-KR" dirty="0"/>
              <a:t>: -</a:t>
            </a:r>
            <a:r>
              <a:rPr lang="en-US" altLang="ko-KR" dirty="0" err="1"/>
              <a:t>qa</a:t>
            </a:r>
            <a:r>
              <a:rPr lang="en-US" altLang="ko-KR" dirty="0"/>
              <a:t> : </a:t>
            </a:r>
            <a:r>
              <a:rPr lang="ko-KR" altLang="en-US" dirty="0"/>
              <a:t>현재 설치되어 있는 전체 패키지 목록을 출력</a:t>
            </a:r>
          </a:p>
          <a:p>
            <a:r>
              <a:rPr lang="ko-KR" altLang="en-US" dirty="0"/>
              <a:t>               </a:t>
            </a:r>
            <a:r>
              <a:rPr lang="en-US" altLang="ko-KR" dirty="0"/>
              <a:t>-</a:t>
            </a:r>
            <a:r>
              <a:rPr lang="en-US" altLang="ko-KR" dirty="0" err="1"/>
              <a:t>qa</a:t>
            </a:r>
            <a:r>
              <a:rPr lang="en-US" altLang="ko-KR" dirty="0"/>
              <a:t> | grep : </a:t>
            </a:r>
            <a:r>
              <a:rPr lang="ko-KR" altLang="en-US" dirty="0"/>
              <a:t>특정 패키지가 설치되어 있는지 확인</a:t>
            </a:r>
          </a:p>
          <a:p>
            <a:r>
              <a:rPr lang="ko-KR" altLang="en-US" dirty="0"/>
              <a:t>               </a:t>
            </a:r>
            <a:r>
              <a:rPr lang="en-US" altLang="ko-KR" dirty="0"/>
              <a:t>-</a:t>
            </a:r>
            <a:r>
              <a:rPr lang="en-US" altLang="ko-KR" dirty="0" err="1"/>
              <a:t>qf</a:t>
            </a:r>
            <a:r>
              <a:rPr lang="en-US" altLang="ko-KR" dirty="0"/>
              <a:t> : </a:t>
            </a:r>
            <a:r>
              <a:rPr lang="ko-KR" altLang="en-US" dirty="0"/>
              <a:t>특정 파일을 포함한 패키지 확인</a:t>
            </a:r>
          </a:p>
          <a:p>
            <a:r>
              <a:rPr lang="ko-KR" altLang="en-US" dirty="0"/>
              <a:t>               </a:t>
            </a:r>
            <a:r>
              <a:rPr lang="en-US" altLang="ko-KR" dirty="0"/>
              <a:t>-qi , </a:t>
            </a:r>
            <a:r>
              <a:rPr lang="en-US" altLang="ko-KR" dirty="0" err="1"/>
              <a:t>qip</a:t>
            </a:r>
            <a:r>
              <a:rPr lang="en-US" altLang="ko-KR" dirty="0"/>
              <a:t> , </a:t>
            </a:r>
            <a:r>
              <a:rPr lang="en-US" altLang="ko-KR" dirty="0" err="1"/>
              <a:t>qif</a:t>
            </a:r>
            <a:r>
              <a:rPr lang="en-US" altLang="ko-KR" dirty="0"/>
              <a:t>: </a:t>
            </a:r>
            <a:r>
              <a:rPr lang="ko-KR" altLang="en-US" dirty="0"/>
              <a:t>패키지 상세 정보 확인 </a:t>
            </a:r>
          </a:p>
          <a:p>
            <a:r>
              <a:rPr lang="ko-KR" altLang="en-US" dirty="0"/>
              <a:t>               </a:t>
            </a:r>
            <a:r>
              <a:rPr lang="en-US" altLang="ko-KR" dirty="0"/>
              <a:t>-</a:t>
            </a:r>
            <a:r>
              <a:rPr lang="en-US" altLang="ko-KR" dirty="0" err="1"/>
              <a:t>ql</a:t>
            </a:r>
            <a:r>
              <a:rPr lang="en-US" altLang="ko-KR" dirty="0"/>
              <a:t> : </a:t>
            </a:r>
            <a:r>
              <a:rPr lang="ko-KR" altLang="en-US" dirty="0"/>
              <a:t>패키지가 설치한 파일 목록 확인</a:t>
            </a:r>
          </a:p>
          <a:p>
            <a:r>
              <a:rPr lang="ko-KR" altLang="en-US" dirty="0"/>
              <a:t>               </a:t>
            </a:r>
            <a:r>
              <a:rPr lang="en-US" altLang="ko-KR" dirty="0"/>
              <a:t>-</a:t>
            </a:r>
            <a:r>
              <a:rPr lang="en-US" altLang="ko-KR" dirty="0" err="1"/>
              <a:t>qR</a:t>
            </a:r>
            <a:r>
              <a:rPr lang="en-US" altLang="ko-KR" dirty="0"/>
              <a:t> : </a:t>
            </a:r>
            <a:r>
              <a:rPr lang="ko-KR" altLang="en-US" dirty="0"/>
              <a:t>패키지의 의존성 확인</a:t>
            </a:r>
          </a:p>
          <a:p>
            <a:r>
              <a:rPr lang="ko-KR" altLang="en-US" dirty="0"/>
              <a:t>               </a:t>
            </a:r>
          </a:p>
          <a:p>
            <a:r>
              <a:rPr lang="en-US" altLang="ko-KR" dirty="0"/>
              <a:t>5. </a:t>
            </a:r>
            <a:r>
              <a:rPr lang="ko-KR" altLang="en-US" dirty="0"/>
              <a:t>패키지 삭제하는 명령 </a:t>
            </a:r>
            <a:r>
              <a:rPr lang="en-US" altLang="ko-KR" dirty="0"/>
              <a:t>: rpm -e </a:t>
            </a:r>
            <a:r>
              <a:rPr lang="ko-KR" altLang="en-US" dirty="0"/>
              <a:t>패키지명 </a:t>
            </a:r>
          </a:p>
        </p:txBody>
      </p:sp>
    </p:spTree>
    <p:extLst>
      <p:ext uri="{BB962C8B-B14F-4D97-AF65-F5344CB8AC3E}">
        <p14:creationId xmlns:p14="http://schemas.microsoft.com/office/powerpoint/2010/main" val="37326483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9EF52B-0281-45EA-AC36-C116BABD3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yum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5418BD-69A3-466F-AC95-A454D38501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645953"/>
            <a:ext cx="7315200" cy="5612234"/>
          </a:xfrm>
        </p:spPr>
        <p:txBody>
          <a:bodyPr>
            <a:normAutofit lnSpcReduction="10000"/>
          </a:bodyPr>
          <a:lstStyle/>
          <a:p>
            <a:r>
              <a:rPr lang="en-US" altLang="ko-KR" dirty="0"/>
              <a:t>yum</a:t>
            </a:r>
            <a:r>
              <a:rPr lang="ko-KR" altLang="en-US" dirty="0"/>
              <a:t>을 이용한 패키지 설치 </a:t>
            </a:r>
          </a:p>
          <a:p>
            <a:r>
              <a:rPr lang="en-US" altLang="ko-KR" dirty="0"/>
              <a:t>yum </a:t>
            </a:r>
            <a:r>
              <a:rPr lang="ko-KR" altLang="en-US" dirty="0"/>
              <a:t>특징</a:t>
            </a:r>
          </a:p>
          <a:p>
            <a:pPr marL="0" indent="0">
              <a:buNone/>
            </a:pPr>
            <a:r>
              <a:rPr lang="ko-KR" altLang="en-US" dirty="0"/>
              <a:t> </a:t>
            </a:r>
            <a:r>
              <a:rPr lang="en-US" altLang="ko-KR" dirty="0"/>
              <a:t>-</a:t>
            </a:r>
            <a:r>
              <a:rPr lang="ko-KR" altLang="en-US" dirty="0"/>
              <a:t>패키지를 분석하여 패키지의 의존성을 해결하고 원격 자동 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</a:t>
            </a:r>
            <a:r>
              <a:rPr lang="ko-KR" altLang="en-US" dirty="0"/>
              <a:t>업데이트와 설치를 할 수 있음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 -</a:t>
            </a:r>
            <a:r>
              <a:rPr lang="ko-KR" altLang="en-US" dirty="0"/>
              <a:t>설치 가능한 패키지에 대한 정보가 담긴 저장소를 가지고 있음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 -</a:t>
            </a:r>
            <a:r>
              <a:rPr lang="ko-KR" altLang="en-US" dirty="0"/>
              <a:t>저장소의 정보에 의거하여 패키지를 관리</a:t>
            </a:r>
          </a:p>
          <a:p>
            <a:r>
              <a:rPr lang="ko-KR" altLang="en-US" dirty="0"/>
              <a:t> </a:t>
            </a:r>
            <a:r>
              <a:rPr lang="en-US" altLang="ko-KR" dirty="0"/>
              <a:t>rpm </a:t>
            </a:r>
            <a:r>
              <a:rPr lang="ko-KR" altLang="en-US" dirty="0"/>
              <a:t>기반의 패키지를 자동으로 설치하는 명령어 </a:t>
            </a:r>
            <a:r>
              <a:rPr lang="en-US" altLang="ko-KR" dirty="0"/>
              <a:t>:</a:t>
            </a:r>
          </a:p>
          <a:p>
            <a:pPr marL="0" indent="0">
              <a:buNone/>
            </a:pPr>
            <a:r>
              <a:rPr lang="en-US" altLang="ko-KR" dirty="0"/>
              <a:t> 	yum [</a:t>
            </a:r>
            <a:r>
              <a:rPr lang="ko-KR" altLang="en-US" dirty="0"/>
              <a:t>옵션</a:t>
            </a:r>
            <a:r>
              <a:rPr lang="en-US" altLang="ko-KR" dirty="0"/>
              <a:t>] [</a:t>
            </a:r>
            <a:r>
              <a:rPr lang="ko-KR" altLang="en-US" dirty="0"/>
              <a:t>명령</a:t>
            </a:r>
            <a:r>
              <a:rPr lang="en-US" altLang="ko-KR" dirty="0"/>
              <a:t>] [</a:t>
            </a:r>
            <a:r>
              <a:rPr lang="ko-KR" altLang="en-US" dirty="0"/>
              <a:t>패키지명</a:t>
            </a:r>
            <a:r>
              <a:rPr lang="en-US" altLang="ko-KR" dirty="0"/>
              <a:t>]</a:t>
            </a:r>
          </a:p>
          <a:p>
            <a:r>
              <a:rPr lang="en-US" altLang="ko-KR" dirty="0"/>
              <a:t>  </a:t>
            </a:r>
            <a:r>
              <a:rPr lang="ko-KR" altLang="en-US" dirty="0"/>
              <a:t>옵션 </a:t>
            </a:r>
            <a:r>
              <a:rPr lang="en-US" altLang="ko-KR" dirty="0"/>
              <a:t>-h : </a:t>
            </a:r>
            <a:r>
              <a:rPr lang="ko-KR" altLang="en-US" dirty="0"/>
              <a:t>도움말을 출력</a:t>
            </a:r>
          </a:p>
          <a:p>
            <a:pPr marL="0" indent="0">
              <a:buNone/>
            </a:pPr>
            <a:r>
              <a:rPr lang="ko-KR" altLang="en-US" dirty="0"/>
              <a:t>                 </a:t>
            </a:r>
            <a:r>
              <a:rPr lang="en-US" altLang="ko-KR" dirty="0"/>
              <a:t>-y : </a:t>
            </a:r>
            <a:r>
              <a:rPr lang="ko-KR" altLang="en-US" dirty="0"/>
              <a:t>설치 과정의 모든 질문에 </a:t>
            </a:r>
            <a:r>
              <a:rPr lang="en-US" altLang="ko-KR" dirty="0"/>
              <a:t>yes</a:t>
            </a:r>
            <a:r>
              <a:rPr lang="ko-KR" altLang="en-US" dirty="0"/>
              <a:t>로 대답</a:t>
            </a:r>
          </a:p>
          <a:p>
            <a:pPr marL="0" indent="0">
              <a:buNone/>
            </a:pPr>
            <a:r>
              <a:rPr lang="ko-KR" altLang="en-US" dirty="0"/>
              <a:t>                  </a:t>
            </a:r>
            <a:r>
              <a:rPr lang="en-US" altLang="ko-KR" dirty="0"/>
              <a:t>-v : </a:t>
            </a:r>
            <a:r>
              <a:rPr lang="ko-KR" altLang="en-US" dirty="0"/>
              <a:t>자세한 메세지를 출력</a:t>
            </a:r>
          </a:p>
          <a:p>
            <a:r>
              <a:rPr lang="ko-KR" altLang="en-US" dirty="0"/>
              <a:t>  명령 </a:t>
            </a:r>
            <a:r>
              <a:rPr lang="en-US" altLang="ko-KR" dirty="0"/>
              <a:t>: install , update, check-update (</a:t>
            </a:r>
            <a:r>
              <a:rPr lang="ko-KR" altLang="en-US" dirty="0"/>
              <a:t>업데이트 가능한 패키지의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 </a:t>
            </a:r>
            <a:r>
              <a:rPr lang="ko-KR" altLang="en-US" dirty="0"/>
              <a:t> 목록 출력 </a:t>
            </a:r>
            <a:r>
              <a:rPr lang="en-US" altLang="ko-KR" dirty="0"/>
              <a:t>) ,  remove , list , info (</a:t>
            </a:r>
            <a:r>
              <a:rPr lang="ko-KR" altLang="en-US" dirty="0"/>
              <a:t>패키지 정보 확인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   ex ) yum install </a:t>
            </a:r>
            <a:r>
              <a:rPr lang="en-US" altLang="ko-KR" dirty="0" err="1"/>
              <a:t>xterm</a:t>
            </a:r>
            <a:r>
              <a:rPr lang="en-US" altLang="ko-KR" dirty="0"/>
              <a:t> , yum list all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021699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327816-4E55-475D-9C7D-578778E72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000" dirty="0"/>
              <a:t>아카이브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48B5E7-3770-4D05-B30F-9A5DFE6266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 파일 아카이브와 압축</a:t>
            </a:r>
          </a:p>
          <a:p>
            <a:r>
              <a:rPr lang="ko-KR" altLang="en-US" dirty="0"/>
              <a:t> 아카이브 </a:t>
            </a:r>
            <a:r>
              <a:rPr lang="en-US" altLang="ko-KR" dirty="0"/>
              <a:t>: </a:t>
            </a:r>
            <a:r>
              <a:rPr lang="ko-KR" altLang="en-US" dirty="0"/>
              <a:t>파일을 묶어서 하나로 만든 것이라는 의미</a:t>
            </a:r>
          </a:p>
          <a:p>
            <a:endParaRPr lang="ko-KR" altLang="en-US" dirty="0"/>
          </a:p>
          <a:p>
            <a:r>
              <a:rPr lang="ko-KR" altLang="en-US" dirty="0"/>
              <a:t> 파일 아카이브 </a:t>
            </a:r>
          </a:p>
          <a:p>
            <a:r>
              <a:rPr lang="ko-KR" altLang="en-US" dirty="0"/>
              <a:t> </a:t>
            </a:r>
            <a:r>
              <a:rPr lang="en-US" altLang="ko-KR" dirty="0"/>
              <a:t>tar (tape archive) </a:t>
            </a:r>
            <a:r>
              <a:rPr lang="ko-KR" altLang="en-US" dirty="0"/>
              <a:t>명령 </a:t>
            </a:r>
            <a:r>
              <a:rPr lang="en-US" altLang="ko-KR" dirty="0"/>
              <a:t>= </a:t>
            </a:r>
            <a:r>
              <a:rPr lang="ko-KR" altLang="en-US" dirty="0"/>
              <a:t>다른 시스템과 파일을 주고받거나</a:t>
            </a:r>
            <a:r>
              <a:rPr lang="en-US" altLang="ko-KR" dirty="0"/>
              <a:t>,</a:t>
            </a:r>
          </a:p>
          <a:p>
            <a:pPr marL="0" indent="0">
              <a:buNone/>
            </a:pPr>
            <a:r>
              <a:rPr lang="en-US" altLang="ko-KR" dirty="0"/>
              <a:t>     </a:t>
            </a:r>
            <a:r>
              <a:rPr lang="ko-KR" altLang="en-US" dirty="0"/>
              <a:t>백업을 하기 위해 여러 파일이나 디렉터리를 하나의 아카이브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     파일로 생성하거나</a:t>
            </a:r>
            <a:r>
              <a:rPr lang="en-US" altLang="ko-KR" dirty="0"/>
              <a:t>, </a:t>
            </a:r>
            <a:r>
              <a:rPr lang="ko-KR" altLang="en-US" dirty="0"/>
              <a:t>기존 아카이브에서 파일을 추출하기 위해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</a:t>
            </a:r>
            <a:r>
              <a:rPr lang="ko-KR" altLang="en-US" dirty="0"/>
              <a:t> 사용 </a:t>
            </a:r>
          </a:p>
          <a:p>
            <a:r>
              <a:rPr lang="ko-KR" altLang="en-US" dirty="0"/>
              <a:t> 기능 </a:t>
            </a:r>
            <a:r>
              <a:rPr lang="en-US" altLang="ko-KR" dirty="0"/>
              <a:t>: </a:t>
            </a:r>
            <a:r>
              <a:rPr lang="ko-KR" altLang="en-US" dirty="0"/>
              <a:t>파일과 디렉터리를 묶어 하나의 아카이브 파일을 생성</a:t>
            </a:r>
          </a:p>
          <a:p>
            <a:r>
              <a:rPr lang="ko-KR" altLang="en-US" dirty="0"/>
              <a:t> 형식 </a:t>
            </a:r>
            <a:r>
              <a:rPr lang="en-US" altLang="ko-KR" dirty="0"/>
              <a:t>: tar </a:t>
            </a:r>
            <a:r>
              <a:rPr lang="ko-KR" altLang="en-US" dirty="0"/>
              <a:t>기능 </a:t>
            </a:r>
            <a:r>
              <a:rPr lang="en-US" altLang="ko-KR" dirty="0"/>
              <a:t>[</a:t>
            </a:r>
            <a:r>
              <a:rPr lang="ko-KR" altLang="en-US" dirty="0"/>
              <a:t>옵션</a:t>
            </a:r>
            <a:r>
              <a:rPr lang="en-US" altLang="ko-KR" dirty="0"/>
              <a:t>] [</a:t>
            </a:r>
            <a:r>
              <a:rPr lang="ko-KR" altLang="en-US" dirty="0"/>
              <a:t>아카이브 파일</a:t>
            </a:r>
            <a:r>
              <a:rPr lang="en-US" altLang="ko-KR" dirty="0"/>
              <a:t>] </a:t>
            </a:r>
            <a:r>
              <a:rPr lang="ko-KR" altLang="en-US" dirty="0"/>
              <a:t>파일 이름</a:t>
            </a:r>
          </a:p>
        </p:txBody>
      </p:sp>
    </p:spTree>
    <p:extLst>
      <p:ext uri="{BB962C8B-B14F-4D97-AF65-F5344CB8AC3E}">
        <p14:creationId xmlns:p14="http://schemas.microsoft.com/office/powerpoint/2010/main" val="12151230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4AD3D3-C248-48AA-90FD-907392FE5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000" dirty="0"/>
              <a:t>아카이브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FCF7C5A-7B94-497E-BD72-55A94AA5B3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아카이브 생성하기 </a:t>
            </a:r>
            <a:r>
              <a:rPr lang="en-US" altLang="ko-KR" dirty="0"/>
              <a:t>: </a:t>
            </a:r>
            <a:r>
              <a:rPr lang="en-US" altLang="ko-KR" dirty="0" err="1"/>
              <a:t>cvf</a:t>
            </a:r>
            <a:r>
              <a:rPr lang="en-US" altLang="ko-KR" dirty="0"/>
              <a:t> </a:t>
            </a:r>
          </a:p>
          <a:p>
            <a:r>
              <a:rPr lang="en-US" altLang="ko-KR" dirty="0"/>
              <a:t> c </a:t>
            </a:r>
            <a:r>
              <a:rPr lang="ko-KR" altLang="en-US" dirty="0"/>
              <a:t>기능 </a:t>
            </a:r>
            <a:r>
              <a:rPr lang="en-US" altLang="ko-KR" dirty="0"/>
              <a:t>: </a:t>
            </a:r>
            <a:r>
              <a:rPr lang="ko-KR" altLang="en-US" dirty="0"/>
              <a:t>새로운 </a:t>
            </a:r>
            <a:r>
              <a:rPr lang="en-US" altLang="ko-KR" dirty="0"/>
              <a:t>tar </a:t>
            </a:r>
            <a:r>
              <a:rPr lang="ko-KR" altLang="en-US" dirty="0"/>
              <a:t>파일을 생성</a:t>
            </a:r>
          </a:p>
          <a:p>
            <a:r>
              <a:rPr lang="ko-KR" altLang="en-US" dirty="0"/>
              <a:t> </a:t>
            </a:r>
            <a:r>
              <a:rPr lang="en-US" altLang="ko-KR" dirty="0"/>
              <a:t>v </a:t>
            </a:r>
            <a:r>
              <a:rPr lang="ko-KR" altLang="en-US" dirty="0"/>
              <a:t>기능 </a:t>
            </a:r>
            <a:r>
              <a:rPr lang="en-US" altLang="ko-KR" dirty="0"/>
              <a:t>: </a:t>
            </a:r>
            <a:r>
              <a:rPr lang="ko-KR" altLang="en-US" dirty="0"/>
              <a:t>수정된 파일을 업데이트</a:t>
            </a:r>
          </a:p>
          <a:p>
            <a:r>
              <a:rPr lang="ko-KR" altLang="en-US" dirty="0"/>
              <a:t> </a:t>
            </a:r>
            <a:r>
              <a:rPr lang="en-US" altLang="ko-KR" dirty="0"/>
              <a:t>f  </a:t>
            </a:r>
            <a:r>
              <a:rPr lang="ko-KR" altLang="en-US" dirty="0"/>
              <a:t>기능 </a:t>
            </a:r>
            <a:r>
              <a:rPr lang="en-US" altLang="ko-KR" dirty="0"/>
              <a:t>: </a:t>
            </a:r>
            <a:r>
              <a:rPr lang="ko-KR" altLang="en-US" dirty="0"/>
              <a:t>아카이브 파일이나 </a:t>
            </a:r>
            <a:r>
              <a:rPr lang="ko-KR" altLang="en-US" dirty="0" err="1"/>
              <a:t>데이프</a:t>
            </a:r>
            <a:r>
              <a:rPr lang="ko-KR" altLang="en-US" dirty="0"/>
              <a:t> 장치를 지정  </a:t>
            </a:r>
            <a:endParaRPr lang="en-US" altLang="ko-KR" dirty="0"/>
          </a:p>
          <a:p>
            <a:r>
              <a:rPr lang="en-US" altLang="ko-KR" dirty="0"/>
              <a:t>ex) tar </a:t>
            </a:r>
            <a:r>
              <a:rPr lang="en-US" altLang="ko-KR" dirty="0" err="1"/>
              <a:t>cvf</a:t>
            </a:r>
            <a:r>
              <a:rPr lang="en-US" altLang="ko-KR" dirty="0"/>
              <a:t> ch2.tar ch2</a:t>
            </a:r>
          </a:p>
          <a:p>
            <a:endParaRPr lang="en-US" altLang="ko-KR" dirty="0"/>
          </a:p>
          <a:p>
            <a:r>
              <a:rPr lang="en-US" altLang="ko-KR" dirty="0"/>
              <a:t> </a:t>
            </a:r>
            <a:r>
              <a:rPr lang="ko-KR" altLang="en-US" dirty="0"/>
              <a:t>아카이브 내용 확인하기 </a:t>
            </a:r>
            <a:r>
              <a:rPr lang="en-US" altLang="ko-KR" dirty="0"/>
              <a:t>: </a:t>
            </a:r>
            <a:r>
              <a:rPr lang="en-US" altLang="ko-KR" dirty="0" err="1"/>
              <a:t>tvf</a:t>
            </a:r>
            <a:endParaRPr lang="en-US" altLang="ko-KR" dirty="0"/>
          </a:p>
          <a:p>
            <a:r>
              <a:rPr lang="en-US" altLang="ko-KR" dirty="0"/>
              <a:t> t </a:t>
            </a:r>
            <a:r>
              <a:rPr lang="ko-KR" altLang="en-US" dirty="0"/>
              <a:t>기능 </a:t>
            </a:r>
            <a:r>
              <a:rPr lang="en-US" altLang="ko-KR" dirty="0"/>
              <a:t>: tar </a:t>
            </a:r>
            <a:r>
              <a:rPr lang="ko-KR" altLang="en-US" dirty="0"/>
              <a:t>파일의 내용을 출력</a:t>
            </a:r>
          </a:p>
          <a:p>
            <a:r>
              <a:rPr lang="ko-KR" altLang="en-US" dirty="0"/>
              <a:t> </a:t>
            </a:r>
            <a:r>
              <a:rPr lang="en-US" altLang="ko-KR" dirty="0"/>
              <a:t>v </a:t>
            </a:r>
            <a:r>
              <a:rPr lang="ko-KR" altLang="en-US" dirty="0"/>
              <a:t>기능 </a:t>
            </a:r>
            <a:r>
              <a:rPr lang="en-US" altLang="ko-KR" dirty="0"/>
              <a:t>: </a:t>
            </a:r>
            <a:r>
              <a:rPr lang="ko-KR" altLang="en-US" dirty="0"/>
              <a:t>처리하고 있는 파일의 정보를 출력</a:t>
            </a:r>
          </a:p>
          <a:p>
            <a:r>
              <a:rPr lang="ko-KR" altLang="en-US" dirty="0"/>
              <a:t> </a:t>
            </a:r>
            <a:r>
              <a:rPr lang="en-US" altLang="ko-KR" dirty="0"/>
              <a:t>f  </a:t>
            </a:r>
            <a:r>
              <a:rPr lang="ko-KR" altLang="en-US" dirty="0"/>
              <a:t>기능 </a:t>
            </a:r>
            <a:r>
              <a:rPr lang="en-US" altLang="ko-KR" dirty="0"/>
              <a:t>: </a:t>
            </a:r>
            <a:r>
              <a:rPr lang="ko-KR" altLang="en-US" dirty="0"/>
              <a:t>아카이브 파일이나 </a:t>
            </a:r>
            <a:r>
              <a:rPr lang="ko-KR" altLang="en-US" dirty="0" err="1"/>
              <a:t>데이프</a:t>
            </a:r>
            <a:r>
              <a:rPr lang="ko-KR" altLang="en-US" dirty="0"/>
              <a:t> 장치를 지정 </a:t>
            </a:r>
            <a:endParaRPr lang="en-US" altLang="ko-KR" dirty="0"/>
          </a:p>
          <a:p>
            <a:r>
              <a:rPr lang="en-US" altLang="ko-KR" dirty="0"/>
              <a:t>ex) tar </a:t>
            </a:r>
            <a:r>
              <a:rPr lang="en-US" altLang="ko-KR" dirty="0" err="1"/>
              <a:t>tvf</a:t>
            </a:r>
            <a:r>
              <a:rPr lang="en-US" altLang="ko-KR" dirty="0"/>
              <a:t> ch2.tar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800593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AFF940-8FD2-421A-9F30-963B75C72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000" dirty="0"/>
              <a:t>아카이브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204439-E0B3-4797-8DFC-39A71BD293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아카이브 풀기 </a:t>
            </a:r>
            <a:r>
              <a:rPr lang="en-US" altLang="ko-KR" dirty="0"/>
              <a:t>: </a:t>
            </a:r>
            <a:r>
              <a:rPr lang="en-US" altLang="ko-KR" dirty="0" err="1"/>
              <a:t>xvf</a:t>
            </a:r>
            <a:endParaRPr lang="en-US" altLang="ko-KR" dirty="0"/>
          </a:p>
          <a:p>
            <a:r>
              <a:rPr lang="en-US" altLang="ko-KR" dirty="0"/>
              <a:t> x </a:t>
            </a:r>
            <a:r>
              <a:rPr lang="ko-KR" altLang="en-US" dirty="0"/>
              <a:t>기능 </a:t>
            </a:r>
            <a:r>
              <a:rPr lang="en-US" altLang="ko-KR" dirty="0"/>
              <a:t>:  tar </a:t>
            </a:r>
            <a:r>
              <a:rPr lang="ko-KR" altLang="en-US" dirty="0"/>
              <a:t>파일에서 원본 파일을 추출</a:t>
            </a:r>
          </a:p>
          <a:p>
            <a:r>
              <a:rPr lang="ko-KR" altLang="en-US" dirty="0"/>
              <a:t> </a:t>
            </a:r>
            <a:r>
              <a:rPr lang="en-US" altLang="ko-KR" dirty="0"/>
              <a:t>v </a:t>
            </a:r>
            <a:r>
              <a:rPr lang="ko-KR" altLang="en-US" dirty="0"/>
              <a:t>기능 </a:t>
            </a:r>
            <a:r>
              <a:rPr lang="en-US" altLang="ko-KR" dirty="0"/>
              <a:t>: </a:t>
            </a:r>
            <a:r>
              <a:rPr lang="ko-KR" altLang="en-US" dirty="0"/>
              <a:t>처리하고 있는 파일의 정보를 출력</a:t>
            </a:r>
          </a:p>
          <a:p>
            <a:r>
              <a:rPr lang="ko-KR" altLang="en-US" dirty="0"/>
              <a:t> </a:t>
            </a:r>
            <a:r>
              <a:rPr lang="en-US" altLang="ko-KR" dirty="0"/>
              <a:t>f </a:t>
            </a:r>
            <a:r>
              <a:rPr lang="ko-KR" altLang="en-US" dirty="0"/>
              <a:t>기능 </a:t>
            </a:r>
            <a:r>
              <a:rPr lang="en-US" altLang="ko-KR" dirty="0"/>
              <a:t>:  </a:t>
            </a:r>
            <a:r>
              <a:rPr lang="ko-KR" altLang="en-US" dirty="0"/>
              <a:t>아카이브 파일이나 </a:t>
            </a:r>
            <a:r>
              <a:rPr lang="ko-KR" altLang="en-US" dirty="0" err="1"/>
              <a:t>데이프</a:t>
            </a:r>
            <a:r>
              <a:rPr lang="ko-KR" altLang="en-US" dirty="0"/>
              <a:t> 장치를 지정 </a:t>
            </a:r>
            <a:endParaRPr lang="en-US" altLang="ko-KR" dirty="0"/>
          </a:p>
          <a:p>
            <a:r>
              <a:rPr lang="en-US" altLang="ko-KR" dirty="0"/>
              <a:t>ex) tar </a:t>
            </a:r>
            <a:r>
              <a:rPr lang="en-US" altLang="ko-KR" dirty="0" err="1"/>
              <a:t>xvf</a:t>
            </a:r>
            <a:r>
              <a:rPr lang="en-US" altLang="ko-KR" dirty="0"/>
              <a:t> ch2.tar</a:t>
            </a:r>
          </a:p>
          <a:p>
            <a:endParaRPr lang="en-US" altLang="ko-KR" dirty="0"/>
          </a:p>
          <a:p>
            <a:r>
              <a:rPr lang="en-US" altLang="ko-KR" dirty="0"/>
              <a:t> </a:t>
            </a:r>
            <a:r>
              <a:rPr lang="ko-KR" altLang="en-US" dirty="0"/>
              <a:t>아카이브 업데이트하기 </a:t>
            </a:r>
            <a:r>
              <a:rPr lang="en-US" altLang="ko-KR" dirty="0"/>
              <a:t>: </a:t>
            </a:r>
            <a:r>
              <a:rPr lang="en-US" altLang="ko-KR" dirty="0" err="1"/>
              <a:t>uvf</a:t>
            </a:r>
            <a:r>
              <a:rPr lang="en-US" altLang="ko-KR" dirty="0"/>
              <a:t> </a:t>
            </a:r>
          </a:p>
          <a:p>
            <a:r>
              <a:rPr lang="en-US" altLang="ko-KR" dirty="0"/>
              <a:t> u </a:t>
            </a:r>
            <a:r>
              <a:rPr lang="ko-KR" altLang="en-US" dirty="0"/>
              <a:t>기능 </a:t>
            </a:r>
            <a:r>
              <a:rPr lang="en-US" altLang="ko-KR" dirty="0"/>
              <a:t>: </a:t>
            </a:r>
            <a:r>
              <a:rPr lang="ko-KR" altLang="en-US" dirty="0"/>
              <a:t>수정된 파일을 업데이트한다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v </a:t>
            </a:r>
            <a:r>
              <a:rPr lang="ko-KR" altLang="en-US" dirty="0"/>
              <a:t>기능 </a:t>
            </a:r>
            <a:r>
              <a:rPr lang="en-US" altLang="ko-KR" dirty="0"/>
              <a:t>: </a:t>
            </a:r>
            <a:r>
              <a:rPr lang="ko-KR" altLang="en-US" dirty="0"/>
              <a:t>처리하고 있는 파일의 정보를 출력</a:t>
            </a:r>
          </a:p>
          <a:p>
            <a:r>
              <a:rPr lang="ko-KR" altLang="en-US" dirty="0"/>
              <a:t> </a:t>
            </a:r>
            <a:r>
              <a:rPr lang="en-US" altLang="ko-KR" dirty="0"/>
              <a:t>f </a:t>
            </a:r>
            <a:r>
              <a:rPr lang="ko-KR" altLang="en-US" dirty="0"/>
              <a:t>기능 </a:t>
            </a:r>
            <a:r>
              <a:rPr lang="en-US" altLang="ko-KR" dirty="0"/>
              <a:t>:  </a:t>
            </a:r>
            <a:r>
              <a:rPr lang="ko-KR" altLang="en-US" dirty="0"/>
              <a:t>아카이브 파일이나 </a:t>
            </a:r>
            <a:r>
              <a:rPr lang="ko-KR" altLang="en-US" dirty="0" err="1"/>
              <a:t>데이프</a:t>
            </a:r>
            <a:r>
              <a:rPr lang="ko-KR" altLang="en-US" dirty="0"/>
              <a:t> 장치를 지정</a:t>
            </a:r>
            <a:endParaRPr lang="en-US" altLang="ko-KR" dirty="0"/>
          </a:p>
          <a:p>
            <a:r>
              <a:rPr lang="ko-KR" altLang="en-US" dirty="0"/>
              <a:t> </a:t>
            </a:r>
            <a:r>
              <a:rPr lang="en-US" altLang="ko-KR" dirty="0"/>
              <a:t>ex) tar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357606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525955-E0D0-48A8-B621-EB59CCBFB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000" dirty="0"/>
              <a:t>아카이브</a:t>
            </a:r>
            <a:r>
              <a:rPr lang="en-US" altLang="ko-KR" sz="3000" dirty="0"/>
              <a:t/>
            </a:r>
            <a:br>
              <a:rPr lang="en-US" altLang="ko-KR" sz="3000" dirty="0"/>
            </a:br>
            <a:r>
              <a:rPr lang="ko-KR" altLang="en-US" sz="3000" dirty="0"/>
              <a:t>파일 압축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4FFD9DE-3E44-4178-AAEF-0D42C0CC95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593164"/>
            <a:ext cx="7315200" cy="5662527"/>
          </a:xfrm>
        </p:spPr>
        <p:txBody>
          <a:bodyPr>
            <a:normAutofit fontScale="92500" lnSpcReduction="20000"/>
          </a:bodyPr>
          <a:lstStyle/>
          <a:p>
            <a:r>
              <a:rPr lang="ko-KR" altLang="en-US" dirty="0"/>
              <a:t>파일 압축과 아카이브 </a:t>
            </a:r>
          </a:p>
          <a:p>
            <a:pPr marL="0" indent="0">
              <a:buNone/>
            </a:pPr>
            <a:r>
              <a:rPr lang="ko-KR" altLang="en-US" dirty="0"/>
              <a:t>   아카이브를 생성하면서 동시에 압축 할 수 있는데</a:t>
            </a:r>
            <a:r>
              <a:rPr lang="en-US" altLang="ko-KR" dirty="0"/>
              <a:t>, </a:t>
            </a:r>
            <a:r>
              <a:rPr lang="ko-KR" altLang="en-US" dirty="0"/>
              <a:t>압출할 경우 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   생성된 아카이브 파일의 크기가 작아지므로 디스크 공간이 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   부족할 때 사용하면 좋음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</a:t>
            </a:r>
            <a:r>
              <a:rPr lang="ko-KR" altLang="en-US" dirty="0"/>
              <a:t>파일 압축하기 </a:t>
            </a:r>
          </a:p>
          <a:p>
            <a:r>
              <a:rPr lang="ko-KR" altLang="en-US" dirty="0"/>
              <a:t> </a:t>
            </a:r>
            <a:r>
              <a:rPr lang="en-US" altLang="ko-KR" dirty="0" err="1"/>
              <a:t>gzip</a:t>
            </a:r>
            <a:r>
              <a:rPr lang="en-US" altLang="ko-KR" dirty="0"/>
              <a:t>/</a:t>
            </a:r>
            <a:r>
              <a:rPr lang="en-US" altLang="ko-KR" dirty="0" err="1"/>
              <a:t>gunzip</a:t>
            </a:r>
            <a:r>
              <a:rPr lang="en-US" altLang="ko-KR" dirty="0"/>
              <a:t> : .</a:t>
            </a:r>
            <a:r>
              <a:rPr lang="en-US" altLang="ko-KR" dirty="0" err="1"/>
              <a:t>gz</a:t>
            </a:r>
            <a:r>
              <a:rPr lang="en-US" altLang="ko-KR" dirty="0"/>
              <a:t> </a:t>
            </a:r>
            <a:r>
              <a:rPr lang="ko-KR" altLang="en-US" dirty="0"/>
              <a:t>파일 </a:t>
            </a:r>
          </a:p>
          <a:p>
            <a:r>
              <a:rPr lang="ko-KR" altLang="en-US" dirty="0"/>
              <a:t> </a:t>
            </a:r>
            <a:r>
              <a:rPr lang="en-US" altLang="ko-KR" dirty="0" err="1"/>
              <a:t>gzip</a:t>
            </a:r>
            <a:r>
              <a:rPr lang="en-US" altLang="ko-KR" dirty="0"/>
              <a:t> </a:t>
            </a:r>
            <a:r>
              <a:rPr lang="ko-KR" altLang="en-US" dirty="0"/>
              <a:t>명령은 지정한 파일을 압축하여 </a:t>
            </a:r>
            <a:r>
              <a:rPr lang="en-US" altLang="ko-KR" dirty="0"/>
              <a:t>'</a:t>
            </a:r>
            <a:r>
              <a:rPr lang="ko-KR" altLang="en-US" dirty="0"/>
              <a:t>파일 이름</a:t>
            </a:r>
            <a:r>
              <a:rPr lang="en-US" altLang="ko-KR" dirty="0"/>
              <a:t>.</a:t>
            </a:r>
            <a:r>
              <a:rPr lang="en-US" altLang="ko-KR" dirty="0" err="1"/>
              <a:t>gz</a:t>
            </a:r>
            <a:r>
              <a:rPr lang="en-US" altLang="ko-KR" dirty="0"/>
              <a:t>'</a:t>
            </a:r>
            <a:r>
              <a:rPr lang="ko-KR" altLang="en-US" dirty="0"/>
              <a:t>파일을 생성</a:t>
            </a:r>
          </a:p>
          <a:p>
            <a:r>
              <a:rPr lang="ko-KR" altLang="en-US" dirty="0"/>
              <a:t> 형식 </a:t>
            </a:r>
            <a:r>
              <a:rPr lang="en-US" altLang="ko-KR" dirty="0"/>
              <a:t>: </a:t>
            </a:r>
            <a:r>
              <a:rPr lang="en-US" altLang="ko-KR" dirty="0" err="1"/>
              <a:t>gzip</a:t>
            </a:r>
            <a:r>
              <a:rPr lang="en-US" altLang="ko-KR" dirty="0"/>
              <a:t> [</a:t>
            </a:r>
            <a:r>
              <a:rPr lang="ko-KR" altLang="en-US" dirty="0"/>
              <a:t>옵션</a:t>
            </a:r>
            <a:r>
              <a:rPr lang="en-US" altLang="ko-KR" dirty="0"/>
              <a:t>] </a:t>
            </a:r>
            <a:r>
              <a:rPr lang="ko-KR" altLang="en-US" dirty="0"/>
              <a:t>파일 이름</a:t>
            </a:r>
          </a:p>
          <a:p>
            <a:r>
              <a:rPr lang="ko-KR" altLang="en-US" dirty="0"/>
              <a:t> 옵션 </a:t>
            </a:r>
            <a:r>
              <a:rPr lang="en-US" altLang="ko-KR" dirty="0"/>
              <a:t>: -d : </a:t>
            </a:r>
            <a:r>
              <a:rPr lang="ko-KR" altLang="en-US" dirty="0"/>
              <a:t>파일 압축을 해제 </a:t>
            </a:r>
          </a:p>
          <a:p>
            <a:pPr marL="0" indent="0">
              <a:buNone/>
            </a:pPr>
            <a:r>
              <a:rPr lang="ko-KR" altLang="en-US" dirty="0"/>
              <a:t>                    </a:t>
            </a:r>
            <a:r>
              <a:rPr lang="en-US" altLang="ko-KR" dirty="0"/>
              <a:t>-l : </a:t>
            </a:r>
            <a:r>
              <a:rPr lang="ko-KR" altLang="en-US" dirty="0"/>
              <a:t>압축된 파일의 정보를 출력</a:t>
            </a:r>
          </a:p>
          <a:p>
            <a:pPr marL="0" indent="0">
              <a:buNone/>
            </a:pPr>
            <a:r>
              <a:rPr lang="ko-KR" altLang="en-US" dirty="0"/>
              <a:t>                   </a:t>
            </a:r>
            <a:r>
              <a:rPr lang="en-US" altLang="ko-KR" dirty="0"/>
              <a:t>-r : </a:t>
            </a:r>
            <a:r>
              <a:rPr lang="ko-KR" altLang="en-US" dirty="0"/>
              <a:t>하위 디렉터리를 이동하여 파일을 압축</a:t>
            </a:r>
          </a:p>
          <a:p>
            <a:pPr marL="0" indent="0">
              <a:buNone/>
            </a:pPr>
            <a:r>
              <a:rPr lang="ko-KR" altLang="en-US" dirty="0"/>
              <a:t>                   </a:t>
            </a:r>
            <a:r>
              <a:rPr lang="en-US" altLang="ko-KR" dirty="0"/>
              <a:t>-t : </a:t>
            </a:r>
            <a:r>
              <a:rPr lang="ko-KR" altLang="en-US" dirty="0"/>
              <a:t>압축 파일을 검사</a:t>
            </a:r>
          </a:p>
          <a:p>
            <a:pPr marL="0" indent="0">
              <a:buNone/>
            </a:pPr>
            <a:r>
              <a:rPr lang="ko-KR" altLang="en-US" dirty="0"/>
              <a:t>                  </a:t>
            </a:r>
            <a:r>
              <a:rPr lang="en-US" altLang="ko-KR" dirty="0"/>
              <a:t>-v : </a:t>
            </a:r>
            <a:r>
              <a:rPr lang="ko-KR" altLang="en-US" dirty="0"/>
              <a:t>압축 정보를 화면에 출력</a:t>
            </a:r>
          </a:p>
          <a:p>
            <a:pPr marL="0" indent="0">
              <a:buNone/>
            </a:pPr>
            <a:r>
              <a:rPr lang="ko-KR" altLang="en-US" dirty="0"/>
              <a:t>                  </a:t>
            </a:r>
            <a:r>
              <a:rPr lang="en-US" altLang="ko-KR" dirty="0"/>
              <a:t>-g : </a:t>
            </a:r>
            <a:r>
              <a:rPr lang="ko-KR" altLang="en-US" dirty="0"/>
              <a:t>최대한 압축         </a:t>
            </a:r>
            <a:r>
              <a:rPr lang="en-US" altLang="ko-KR" dirty="0"/>
              <a:t>ex ) </a:t>
            </a:r>
            <a:r>
              <a:rPr lang="en-US" altLang="ko-KR" dirty="0" err="1"/>
              <a:t>gzip</a:t>
            </a:r>
            <a:r>
              <a:rPr lang="en-US" altLang="ko-KR" dirty="0"/>
              <a:t> a.txt    </a:t>
            </a:r>
            <a:r>
              <a:rPr lang="en-US" altLang="ko-KR" dirty="0" err="1"/>
              <a:t>gzip</a:t>
            </a:r>
            <a:r>
              <a:rPr lang="en-US" altLang="ko-KR" dirty="0"/>
              <a:t> -v b.txt c.txt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111411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EC3C83-CC2E-414F-8C26-8EEEE99BA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000" dirty="0"/>
              <a:t>압축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EBAA251-9D6B-4C7B-BB11-532992B573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dirty="0"/>
              <a:t> 압축 파일의 내용 보는 명령어 </a:t>
            </a:r>
            <a:r>
              <a:rPr lang="en-US" altLang="ko-KR" dirty="0"/>
              <a:t>: </a:t>
            </a:r>
            <a:r>
              <a:rPr lang="en-US" altLang="ko-KR" dirty="0" err="1"/>
              <a:t>zcat</a:t>
            </a:r>
            <a:r>
              <a:rPr lang="en-US" altLang="ko-KR" dirty="0"/>
              <a:t> [</a:t>
            </a:r>
            <a:r>
              <a:rPr lang="ko-KR" altLang="en-US" dirty="0"/>
              <a:t>파일 이름</a:t>
            </a:r>
            <a:r>
              <a:rPr lang="en-US" altLang="ko-KR" dirty="0"/>
              <a:t>]</a:t>
            </a:r>
          </a:p>
          <a:p>
            <a:r>
              <a:rPr lang="en-US" altLang="ko-KR" dirty="0"/>
              <a:t> </a:t>
            </a:r>
            <a:r>
              <a:rPr lang="ko-KR" altLang="en-US" dirty="0"/>
              <a:t>기능 </a:t>
            </a:r>
            <a:r>
              <a:rPr lang="en-US" altLang="ko-KR" dirty="0"/>
              <a:t>: </a:t>
            </a:r>
            <a:r>
              <a:rPr lang="en-US" altLang="ko-KR" dirty="0" err="1"/>
              <a:t>gz</a:t>
            </a:r>
            <a:r>
              <a:rPr lang="ko-KR" altLang="en-US" dirty="0"/>
              <a:t>로 압축된 파일의 내용을 출력</a:t>
            </a: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  <a:p>
            <a:r>
              <a:rPr lang="ko-KR" altLang="en-US" dirty="0"/>
              <a:t> 압축 푸는 명령어 </a:t>
            </a:r>
            <a:r>
              <a:rPr lang="en-US" altLang="ko-KR" dirty="0"/>
              <a:t>: </a:t>
            </a:r>
            <a:r>
              <a:rPr lang="en-US" altLang="ko-KR" dirty="0" err="1"/>
              <a:t>gunzip</a:t>
            </a:r>
            <a:r>
              <a:rPr lang="en-US" altLang="ko-KR" dirty="0"/>
              <a:t> [</a:t>
            </a:r>
            <a:r>
              <a:rPr lang="ko-KR" altLang="en-US" dirty="0"/>
              <a:t>파일 이름</a:t>
            </a:r>
            <a:r>
              <a:rPr lang="en-US" altLang="ko-KR" dirty="0"/>
              <a:t>]</a:t>
            </a:r>
          </a:p>
          <a:p>
            <a:r>
              <a:rPr lang="en-US" altLang="ko-KR" dirty="0"/>
              <a:t> </a:t>
            </a:r>
            <a:r>
              <a:rPr lang="ko-KR" altLang="en-US" dirty="0"/>
              <a:t>기능 </a:t>
            </a:r>
            <a:r>
              <a:rPr lang="en-US" altLang="ko-KR" dirty="0"/>
              <a:t>: </a:t>
            </a:r>
            <a:r>
              <a:rPr lang="en-US" altLang="ko-KR" dirty="0" err="1"/>
              <a:t>gz</a:t>
            </a:r>
            <a:r>
              <a:rPr lang="ko-KR" altLang="en-US" dirty="0"/>
              <a:t>로 압축된 파일의 압축을 품</a:t>
            </a:r>
            <a:r>
              <a:rPr lang="en-US" altLang="ko-KR" dirty="0"/>
              <a:t>. 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</a:p>
          <a:p>
            <a:r>
              <a:rPr lang="en-US" altLang="ko-KR" dirty="0"/>
              <a:t> </a:t>
            </a:r>
            <a:r>
              <a:rPr lang="ko-KR" altLang="en-US" dirty="0"/>
              <a:t>파일 압축 명령어 </a:t>
            </a:r>
            <a:r>
              <a:rPr lang="en-US" altLang="ko-KR" dirty="0"/>
              <a:t>: bzip2 [</a:t>
            </a:r>
            <a:r>
              <a:rPr lang="ko-KR" altLang="en-US" dirty="0"/>
              <a:t>옵션</a:t>
            </a:r>
            <a:r>
              <a:rPr lang="en-US" altLang="ko-KR" dirty="0"/>
              <a:t>] </a:t>
            </a:r>
            <a:r>
              <a:rPr lang="ko-KR" altLang="en-US" dirty="0"/>
              <a:t>파일 이름</a:t>
            </a:r>
          </a:p>
          <a:p>
            <a:r>
              <a:rPr lang="ko-KR" altLang="en-US" dirty="0"/>
              <a:t> </a:t>
            </a:r>
            <a:r>
              <a:rPr lang="en-US" altLang="ko-KR" dirty="0" err="1"/>
              <a:t>gzip</a:t>
            </a:r>
            <a:r>
              <a:rPr lang="ko-KR" altLang="en-US" dirty="0"/>
              <a:t>에 비해 대체로 압축률은 좋지만 속도가 약간 느림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</a:t>
            </a:r>
            <a:r>
              <a:rPr lang="ko-KR" altLang="en-US" dirty="0"/>
              <a:t>옵션 </a:t>
            </a:r>
            <a:r>
              <a:rPr lang="en-US" altLang="ko-KR" dirty="0"/>
              <a:t>: -d : </a:t>
            </a:r>
            <a:r>
              <a:rPr lang="ko-KR" altLang="en-US" dirty="0"/>
              <a:t>파일 압축을 해제 </a:t>
            </a:r>
          </a:p>
          <a:p>
            <a:pPr marL="0" indent="0">
              <a:buNone/>
            </a:pPr>
            <a:r>
              <a:rPr lang="ko-KR" altLang="en-US" dirty="0"/>
              <a:t>           </a:t>
            </a:r>
            <a:r>
              <a:rPr lang="en-US" altLang="ko-KR" dirty="0"/>
              <a:t>-l  : </a:t>
            </a:r>
            <a:r>
              <a:rPr lang="ko-KR" altLang="en-US" dirty="0" err="1"/>
              <a:t>압축도니</a:t>
            </a:r>
            <a:r>
              <a:rPr lang="ko-KR" altLang="en-US" dirty="0"/>
              <a:t> 파일의 내용을 보여줌</a:t>
            </a:r>
          </a:p>
          <a:p>
            <a:pPr marL="0" indent="0">
              <a:buNone/>
            </a:pPr>
            <a:r>
              <a:rPr lang="ko-KR" altLang="en-US" dirty="0"/>
              <a:t>           </a:t>
            </a:r>
            <a:r>
              <a:rPr lang="en-US" altLang="ko-KR" dirty="0"/>
              <a:t>-t  : </a:t>
            </a:r>
            <a:r>
              <a:rPr lang="ko-KR" altLang="en-US" dirty="0"/>
              <a:t>압축 파일을 검사</a:t>
            </a:r>
          </a:p>
          <a:p>
            <a:pPr marL="0" indent="0">
              <a:buNone/>
            </a:pPr>
            <a:r>
              <a:rPr lang="ko-KR" altLang="en-US" dirty="0"/>
              <a:t>           </a:t>
            </a:r>
            <a:r>
              <a:rPr lang="en-US" altLang="ko-KR" dirty="0"/>
              <a:t>-v : </a:t>
            </a:r>
            <a:r>
              <a:rPr lang="ko-KR" altLang="en-US" dirty="0"/>
              <a:t>압축 정보를 화면에 출력</a:t>
            </a:r>
          </a:p>
          <a:p>
            <a:pPr marL="0" indent="0">
              <a:buNone/>
            </a:pPr>
            <a:r>
              <a:rPr lang="ko-KR" altLang="en-US" dirty="0"/>
              <a:t>           </a:t>
            </a:r>
            <a:r>
              <a:rPr lang="en-US" altLang="ko-KR" dirty="0"/>
              <a:t>--best : </a:t>
            </a:r>
            <a:r>
              <a:rPr lang="ko-KR" altLang="en-US" dirty="0"/>
              <a:t>최대한 압축</a:t>
            </a:r>
          </a:p>
        </p:txBody>
      </p:sp>
    </p:spTree>
    <p:extLst>
      <p:ext uri="{BB962C8B-B14F-4D97-AF65-F5344CB8AC3E}">
        <p14:creationId xmlns:p14="http://schemas.microsoft.com/office/powerpoint/2010/main" val="29393065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B94883-5DDF-48DC-B415-AA3A0A407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000" dirty="0"/>
              <a:t>압축풀기</a:t>
            </a:r>
            <a:r>
              <a:rPr lang="en-US" altLang="ko-KR" sz="3000" dirty="0"/>
              <a:t/>
            </a:r>
            <a:br>
              <a:rPr lang="en-US" altLang="ko-KR" sz="3000" dirty="0"/>
            </a:br>
            <a:r>
              <a:rPr lang="ko-KR" altLang="en-US" sz="3000" dirty="0"/>
              <a:t>컴파일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9408BF-711C-471E-9561-F626A2D82F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 압축 파일의 내용 보는 명령어 </a:t>
            </a:r>
            <a:r>
              <a:rPr lang="en-US" altLang="ko-KR" dirty="0"/>
              <a:t>: </a:t>
            </a:r>
            <a:r>
              <a:rPr lang="en-US" altLang="ko-KR" dirty="0" err="1"/>
              <a:t>bzcat</a:t>
            </a:r>
            <a:r>
              <a:rPr lang="en-US" altLang="ko-KR" dirty="0"/>
              <a:t> [</a:t>
            </a:r>
            <a:r>
              <a:rPr lang="ko-KR" altLang="en-US" dirty="0"/>
              <a:t>파일 이름</a:t>
            </a:r>
            <a:r>
              <a:rPr lang="en-US" altLang="ko-KR" dirty="0"/>
              <a:t>]</a:t>
            </a:r>
          </a:p>
          <a:p>
            <a:r>
              <a:rPr lang="en-US" altLang="ko-KR" dirty="0"/>
              <a:t> </a:t>
            </a:r>
            <a:r>
              <a:rPr lang="ko-KR" altLang="en-US" dirty="0"/>
              <a:t>기능 </a:t>
            </a:r>
            <a:r>
              <a:rPr lang="en-US" altLang="ko-KR" dirty="0"/>
              <a:t>: </a:t>
            </a:r>
            <a:r>
              <a:rPr lang="ko-KR" altLang="en-US" dirty="0"/>
              <a:t>압축된 파일의 내용을 출력</a:t>
            </a:r>
          </a:p>
          <a:p>
            <a:endParaRPr lang="ko-KR" altLang="en-US" dirty="0"/>
          </a:p>
          <a:p>
            <a:r>
              <a:rPr lang="ko-KR" altLang="en-US" dirty="0"/>
              <a:t> 압축 푸는 명령어 </a:t>
            </a:r>
            <a:r>
              <a:rPr lang="en-US" altLang="ko-KR" dirty="0"/>
              <a:t>: bunzip2 [</a:t>
            </a:r>
            <a:r>
              <a:rPr lang="ko-KR" altLang="en-US" dirty="0"/>
              <a:t>파일 이름</a:t>
            </a:r>
            <a:r>
              <a:rPr lang="en-US" altLang="ko-KR" dirty="0"/>
              <a:t>]</a:t>
            </a:r>
          </a:p>
          <a:p>
            <a:r>
              <a:rPr lang="en-US" altLang="ko-KR" dirty="0"/>
              <a:t> </a:t>
            </a:r>
            <a:r>
              <a:rPr lang="ko-KR" altLang="en-US" dirty="0"/>
              <a:t>기능 </a:t>
            </a:r>
            <a:r>
              <a:rPr lang="en-US" altLang="ko-KR" dirty="0"/>
              <a:t>: bzip2</a:t>
            </a:r>
            <a:r>
              <a:rPr lang="ko-KR" altLang="en-US" dirty="0"/>
              <a:t>로 압축된 파일의 압축을 푼다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 소프트웨어 컴파일 </a:t>
            </a:r>
          </a:p>
          <a:p>
            <a:pPr marL="0" indent="0">
              <a:buNone/>
            </a:pPr>
            <a:r>
              <a:rPr lang="ko-KR" altLang="en-US" dirty="0"/>
              <a:t> 컴파일 </a:t>
            </a:r>
            <a:r>
              <a:rPr lang="en-US" altLang="ko-KR" dirty="0"/>
              <a:t>: </a:t>
            </a:r>
            <a:r>
              <a:rPr lang="ko-KR" altLang="en-US" dirty="0"/>
              <a:t>사용자가 사용하는 고급 언어를 기계어로 변환하는 과정 </a:t>
            </a:r>
          </a:p>
          <a:p>
            <a:r>
              <a:rPr lang="ko-KR" altLang="en-US" dirty="0"/>
              <a:t> </a:t>
            </a:r>
            <a:r>
              <a:rPr lang="en-US" altLang="ko-KR" dirty="0"/>
              <a:t>C </a:t>
            </a:r>
            <a:r>
              <a:rPr lang="ko-KR" altLang="en-US" dirty="0"/>
              <a:t>프로그램 컴파일 </a:t>
            </a:r>
            <a:r>
              <a:rPr lang="en-US" altLang="ko-KR" dirty="0"/>
              <a:t>: '</a:t>
            </a:r>
            <a:r>
              <a:rPr lang="en-US" altLang="ko-KR" dirty="0" err="1"/>
              <a:t>gcc</a:t>
            </a:r>
            <a:r>
              <a:rPr lang="en-US" altLang="ko-KR" dirty="0"/>
              <a:t> </a:t>
            </a:r>
            <a:r>
              <a:rPr lang="ko-KR" altLang="en-US" dirty="0"/>
              <a:t>소스파일명</a:t>
            </a:r>
            <a:r>
              <a:rPr lang="en-US" altLang="ko-KR" dirty="0"/>
              <a:t>'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</a:p>
          <a:p>
            <a:r>
              <a:rPr lang="en-US" altLang="ko-KR" dirty="0"/>
              <a:t> </a:t>
            </a:r>
            <a:r>
              <a:rPr lang="ko-KR" altLang="en-US" dirty="0"/>
              <a:t>컴파일 명령 </a:t>
            </a:r>
            <a:r>
              <a:rPr lang="en-US" altLang="ko-KR" dirty="0"/>
              <a:t>: </a:t>
            </a:r>
            <a:r>
              <a:rPr lang="en-US" altLang="ko-KR" dirty="0" err="1"/>
              <a:t>gcc</a:t>
            </a:r>
            <a:r>
              <a:rPr lang="en-US" altLang="ko-KR" dirty="0"/>
              <a:t> -o </a:t>
            </a:r>
            <a:r>
              <a:rPr lang="ko-KR" altLang="en-US" dirty="0"/>
              <a:t>실행 파일명 소스 파일명</a:t>
            </a:r>
          </a:p>
        </p:txBody>
      </p:sp>
    </p:spTree>
    <p:extLst>
      <p:ext uri="{BB962C8B-B14F-4D97-AF65-F5344CB8AC3E}">
        <p14:creationId xmlns:p14="http://schemas.microsoft.com/office/powerpoint/2010/main" val="1180410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34B548-F126-4DF2-8119-23315DF14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Make</a:t>
            </a:r>
            <a:br>
              <a:rPr lang="en-US" altLang="ko-KR" dirty="0"/>
            </a:br>
            <a:r>
              <a:rPr lang="en-US" altLang="ko-KR" dirty="0" err="1"/>
              <a:t>makefile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B21462-0DB3-4A5E-ADF7-A1DDD61376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1900" dirty="0"/>
              <a:t>make </a:t>
            </a:r>
            <a:r>
              <a:rPr lang="ko-KR" altLang="en-US" sz="1900" dirty="0"/>
              <a:t>명령 </a:t>
            </a:r>
            <a:r>
              <a:rPr lang="en-US" altLang="ko-KR" sz="1900" dirty="0"/>
              <a:t>: </a:t>
            </a:r>
            <a:r>
              <a:rPr lang="ko-KR" altLang="en-US" sz="1900" dirty="0"/>
              <a:t>여러 파일을 연결하여 컴파일하는 명령</a:t>
            </a:r>
          </a:p>
          <a:p>
            <a:r>
              <a:rPr lang="ko-KR" altLang="en-US" sz="1900" dirty="0"/>
              <a:t> </a:t>
            </a:r>
            <a:r>
              <a:rPr lang="en-US" altLang="ko-KR" sz="1900" dirty="0" err="1"/>
              <a:t>makefile</a:t>
            </a:r>
            <a:r>
              <a:rPr lang="ko-KR" altLang="en-US" sz="1900" dirty="0"/>
              <a:t>에 설정된 정보를 읽어서 여러 소스 파일을 컴파일하고</a:t>
            </a:r>
            <a:endParaRPr lang="en-US" altLang="ko-KR" sz="1900" dirty="0"/>
          </a:p>
          <a:p>
            <a:pPr marL="0" indent="0">
              <a:buNone/>
            </a:pPr>
            <a:r>
              <a:rPr lang="en-US" altLang="ko-KR" sz="1900" dirty="0"/>
              <a:t>   </a:t>
            </a:r>
            <a:r>
              <a:rPr lang="ko-KR" altLang="en-US" sz="1900" dirty="0"/>
              <a:t> 링크하여 최종 실행 파일을 </a:t>
            </a:r>
            <a:r>
              <a:rPr lang="ko-KR" altLang="en-US" sz="1900" dirty="0" err="1"/>
              <a:t>만들어줌</a:t>
            </a:r>
            <a:r>
              <a:rPr lang="en-US" altLang="ko-KR" sz="1900" dirty="0"/>
              <a:t>.</a:t>
            </a:r>
          </a:p>
          <a:p>
            <a:r>
              <a:rPr lang="en-US" altLang="ko-KR" sz="1900" dirty="0"/>
              <a:t> </a:t>
            </a:r>
            <a:r>
              <a:rPr lang="en-US" altLang="ko-KR" sz="1900" dirty="0" err="1"/>
              <a:t>makefile</a:t>
            </a:r>
            <a:r>
              <a:rPr lang="en-US" altLang="ko-KR" sz="1900" dirty="0"/>
              <a:t> </a:t>
            </a:r>
            <a:r>
              <a:rPr lang="ko-KR" altLang="en-US" sz="1900" dirty="0"/>
              <a:t>생성 방법</a:t>
            </a:r>
          </a:p>
          <a:p>
            <a:r>
              <a:rPr lang="ko-KR" altLang="en-US" sz="1900" dirty="0"/>
              <a:t> </a:t>
            </a:r>
            <a:r>
              <a:rPr lang="en-US" altLang="ko-KR" sz="1900" dirty="0"/>
              <a:t>1. </a:t>
            </a:r>
            <a:r>
              <a:rPr lang="ko-KR" altLang="en-US" sz="1900" dirty="0"/>
              <a:t>소스 파일 준비하기  </a:t>
            </a:r>
            <a:r>
              <a:rPr lang="en-US" altLang="ko-KR" sz="1900" dirty="0"/>
              <a:t>2. </a:t>
            </a:r>
            <a:r>
              <a:rPr lang="en-US" altLang="ko-KR" sz="1900" dirty="0" err="1"/>
              <a:t>makefile</a:t>
            </a:r>
            <a:r>
              <a:rPr lang="en-US" altLang="ko-KR" sz="1900" dirty="0"/>
              <a:t> </a:t>
            </a:r>
            <a:r>
              <a:rPr lang="ko-KR" altLang="en-US" sz="1900" dirty="0"/>
              <a:t>작성하기</a:t>
            </a:r>
          </a:p>
          <a:p>
            <a:r>
              <a:rPr lang="en-US" altLang="ko-KR" sz="1900" dirty="0" err="1"/>
              <a:t>makefile</a:t>
            </a:r>
            <a:r>
              <a:rPr lang="en-US" altLang="ko-KR" sz="1900" dirty="0"/>
              <a:t> : </a:t>
            </a:r>
            <a:r>
              <a:rPr lang="ko-KR" altLang="en-US" sz="1900" dirty="0"/>
              <a:t>어떤 소스를 읽고 어떻게 컴파일하여 최종적으로 </a:t>
            </a:r>
            <a:endParaRPr lang="en-US" altLang="ko-KR" sz="1900" dirty="0"/>
          </a:p>
          <a:p>
            <a:pPr marL="0" indent="0">
              <a:buNone/>
            </a:pPr>
            <a:r>
              <a:rPr lang="en-US" altLang="ko-KR" sz="1900" dirty="0"/>
              <a:t>  </a:t>
            </a:r>
            <a:r>
              <a:rPr lang="ko-KR" altLang="en-US" sz="1900" dirty="0"/>
              <a:t>어떤 실행 파일을 만들면 되는지 </a:t>
            </a:r>
            <a:r>
              <a:rPr lang="en-US" altLang="ko-KR" sz="1900" dirty="0"/>
              <a:t>make </a:t>
            </a:r>
            <a:r>
              <a:rPr lang="ko-KR" altLang="en-US" sz="1900" dirty="0"/>
              <a:t>명령에 알려주는 설정</a:t>
            </a:r>
            <a:endParaRPr lang="en-US" altLang="ko-KR" sz="1900" dirty="0"/>
          </a:p>
          <a:p>
            <a:pPr marL="0" indent="0">
              <a:buNone/>
            </a:pPr>
            <a:r>
              <a:rPr lang="en-US" altLang="ko-KR" sz="1900" dirty="0"/>
              <a:t> </a:t>
            </a:r>
            <a:r>
              <a:rPr lang="ko-KR" altLang="en-US" sz="1900" dirty="0"/>
              <a:t> 파일</a:t>
            </a:r>
          </a:p>
          <a:p>
            <a:pPr marL="0" indent="0">
              <a:buNone/>
            </a:pPr>
            <a:endParaRPr lang="ko-KR" altLang="en-US" dirty="0"/>
          </a:p>
          <a:p>
            <a:r>
              <a:rPr lang="ko-KR" altLang="en-US" dirty="0"/>
              <a:t>     </a:t>
            </a:r>
            <a:r>
              <a:rPr lang="en-US" altLang="ko-KR" dirty="0"/>
              <a:t>TARGET = </a:t>
            </a:r>
            <a:r>
              <a:rPr lang="ko-KR" altLang="en-US" dirty="0"/>
              <a:t>실행 파일 이름</a:t>
            </a:r>
          </a:p>
          <a:p>
            <a:r>
              <a:rPr lang="ko-KR" altLang="en-US" dirty="0"/>
              <a:t>     </a:t>
            </a:r>
            <a:r>
              <a:rPr lang="en-US" altLang="ko-KR" dirty="0"/>
              <a:t>OBJACTS = </a:t>
            </a:r>
            <a:r>
              <a:rPr lang="ko-KR" altLang="en-US" dirty="0"/>
              <a:t>소스파일 이름들 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89DD879-9A7B-45E9-B083-FD20BAF0A87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1981"/>
          <a:stretch/>
        </p:blipFill>
        <p:spPr>
          <a:xfrm>
            <a:off x="7744982" y="3962158"/>
            <a:ext cx="3083982" cy="1868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2073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F827C1-8D27-4CDF-ACC1-57A680472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000" dirty="0"/>
              <a:t>사용자 관리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FB67D53-0A7B-4835-9EF7-F3AFF1BABF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ko-KR" altLang="en-US" dirty="0"/>
              <a:t>사용자 관리</a:t>
            </a:r>
          </a:p>
          <a:p>
            <a:r>
              <a:rPr lang="en-US" altLang="ko-KR" dirty="0"/>
              <a:t>-</a:t>
            </a:r>
            <a:r>
              <a:rPr lang="ko-KR" altLang="en-US" dirty="0"/>
              <a:t>사용자 계정 관련 파일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1. /</a:t>
            </a:r>
            <a:r>
              <a:rPr lang="en-US" altLang="ko-KR" dirty="0" err="1"/>
              <a:t>etc</a:t>
            </a:r>
            <a:r>
              <a:rPr lang="en-US" altLang="ko-KR" dirty="0"/>
              <a:t>/passwd</a:t>
            </a:r>
          </a:p>
          <a:p>
            <a:pPr marL="0" indent="0">
              <a:buNone/>
            </a:pPr>
            <a:r>
              <a:rPr lang="en-US" altLang="ko-KR" dirty="0"/>
              <a:t>     </a:t>
            </a:r>
            <a:r>
              <a:rPr lang="ko-KR" altLang="en-US" dirty="0"/>
              <a:t>로그인 </a:t>
            </a:r>
            <a:r>
              <a:rPr lang="en-US" altLang="ko-KR" dirty="0"/>
              <a:t>ID : x : UID : GID : </a:t>
            </a:r>
            <a:r>
              <a:rPr lang="ko-KR" altLang="en-US" dirty="0"/>
              <a:t>설명 </a:t>
            </a:r>
            <a:r>
              <a:rPr lang="en-US" altLang="ko-KR" dirty="0"/>
              <a:t>: </a:t>
            </a:r>
            <a:r>
              <a:rPr lang="ko-KR" altLang="en-US" dirty="0"/>
              <a:t>홈 디렉터리 </a:t>
            </a:r>
            <a:r>
              <a:rPr lang="en-US" altLang="ko-KR" dirty="0"/>
              <a:t>: </a:t>
            </a:r>
            <a:r>
              <a:rPr lang="ko-KR" altLang="en-US" dirty="0"/>
              <a:t>로그인 셸</a:t>
            </a:r>
          </a:p>
          <a:p>
            <a:pPr marL="0" indent="0">
              <a:buNone/>
            </a:pPr>
            <a:r>
              <a:rPr lang="ko-KR" altLang="en-US" dirty="0"/>
              <a:t>     </a:t>
            </a:r>
          </a:p>
          <a:p>
            <a:pPr marL="0" indent="0">
              <a:buNone/>
            </a:pPr>
            <a:r>
              <a:rPr lang="ko-KR" altLang="en-US" dirty="0"/>
              <a:t>     로그인 </a:t>
            </a:r>
            <a:r>
              <a:rPr lang="en-US" altLang="ko-KR" dirty="0"/>
              <a:t>ID : </a:t>
            </a:r>
            <a:r>
              <a:rPr lang="ko-KR" altLang="en-US" dirty="0"/>
              <a:t>사용자 계정의 이름을 뜻함</a:t>
            </a:r>
            <a:r>
              <a:rPr lang="en-US" altLang="ko-KR" dirty="0"/>
              <a:t>. </a:t>
            </a:r>
          </a:p>
          <a:p>
            <a:pPr marL="0" indent="0">
              <a:buNone/>
            </a:pPr>
            <a:r>
              <a:rPr lang="en-US" altLang="ko-KR" dirty="0"/>
              <a:t>      x : </a:t>
            </a:r>
            <a:r>
              <a:rPr lang="ko-KR" altLang="en-US" dirty="0"/>
              <a:t>사용자 암호 </a:t>
            </a:r>
            <a:r>
              <a:rPr lang="en-US" altLang="ko-KR" dirty="0"/>
              <a:t>(/</a:t>
            </a:r>
            <a:r>
              <a:rPr lang="en-US" altLang="ko-KR" dirty="0" err="1"/>
              <a:t>etc</a:t>
            </a:r>
            <a:r>
              <a:rPr lang="en-US" altLang="ko-KR" dirty="0"/>
              <a:t>/shadow </a:t>
            </a:r>
            <a:r>
              <a:rPr lang="ko-KR" altLang="en-US" dirty="0"/>
              <a:t>파일에 별도 보관</a:t>
            </a:r>
            <a:r>
              <a:rPr lang="en-US" altLang="ko-KR" dirty="0"/>
              <a:t>) </a:t>
            </a:r>
          </a:p>
          <a:p>
            <a:pPr marL="0" indent="0">
              <a:buNone/>
            </a:pPr>
            <a:r>
              <a:rPr lang="en-US" altLang="ko-KR" dirty="0"/>
              <a:t>  UID : </a:t>
            </a:r>
            <a:r>
              <a:rPr lang="ko-KR" altLang="en-US" dirty="0"/>
              <a:t>사용자 </a:t>
            </a:r>
            <a:r>
              <a:rPr lang="en-US" altLang="ko-KR" dirty="0"/>
              <a:t>ID </a:t>
            </a:r>
            <a:r>
              <a:rPr lang="ko-KR" altLang="en-US" dirty="0"/>
              <a:t>번호로 시스템이 사용자를 구별하기 위해 사용하는 번호</a:t>
            </a:r>
          </a:p>
          <a:p>
            <a:pPr marL="0" indent="0">
              <a:buNone/>
            </a:pPr>
            <a:r>
              <a:rPr lang="ko-KR" altLang="en-US" dirty="0"/>
              <a:t>       </a:t>
            </a:r>
            <a:r>
              <a:rPr lang="en-US" altLang="ko-KR" dirty="0"/>
              <a:t>0(root) : root </a:t>
            </a:r>
            <a:r>
              <a:rPr lang="ko-KR" altLang="en-US" dirty="0"/>
              <a:t>사용자 계정</a:t>
            </a:r>
          </a:p>
          <a:p>
            <a:pPr marL="0" indent="0">
              <a:buNone/>
            </a:pPr>
            <a:r>
              <a:rPr lang="ko-KR" altLang="en-US" dirty="0"/>
              <a:t>       </a:t>
            </a:r>
            <a:r>
              <a:rPr lang="en-US" altLang="ko-KR" dirty="0"/>
              <a:t>1(bin) : </a:t>
            </a:r>
            <a:r>
              <a:rPr lang="ko-KR" altLang="en-US" dirty="0"/>
              <a:t>명령어 관리를 위한 계정</a:t>
            </a:r>
          </a:p>
          <a:p>
            <a:pPr marL="0" indent="0">
              <a:buNone/>
            </a:pPr>
            <a:r>
              <a:rPr lang="ko-KR" altLang="en-US" dirty="0"/>
              <a:t>       </a:t>
            </a:r>
            <a:r>
              <a:rPr lang="en-US" altLang="ko-KR" dirty="0"/>
              <a:t>2(daemon) : </a:t>
            </a:r>
            <a:r>
              <a:rPr lang="ko-KR" altLang="en-US" dirty="0"/>
              <a:t>시스템 데몬 계정</a:t>
            </a:r>
          </a:p>
          <a:p>
            <a:pPr marL="0" indent="0">
              <a:buNone/>
            </a:pPr>
            <a:r>
              <a:rPr lang="ko-KR" altLang="en-US" dirty="0"/>
              <a:t>       </a:t>
            </a:r>
            <a:r>
              <a:rPr lang="en-US" altLang="ko-KR" dirty="0"/>
              <a:t>3(</a:t>
            </a:r>
            <a:r>
              <a:rPr lang="en-US" altLang="ko-KR" dirty="0" err="1"/>
              <a:t>adm</a:t>
            </a:r>
            <a:r>
              <a:rPr lang="en-US" altLang="ko-KR" dirty="0"/>
              <a:t>) : </a:t>
            </a:r>
            <a:r>
              <a:rPr lang="ko-KR" altLang="en-US" dirty="0"/>
              <a:t>시스템 로그와 관련된 계정</a:t>
            </a:r>
          </a:p>
          <a:p>
            <a:pPr marL="0" indent="0">
              <a:buNone/>
            </a:pPr>
            <a:r>
              <a:rPr lang="ko-KR" altLang="en-US" dirty="0"/>
              <a:t>       </a:t>
            </a:r>
            <a:r>
              <a:rPr lang="en-US" altLang="ko-KR" dirty="0"/>
              <a:t>4(</a:t>
            </a:r>
            <a:r>
              <a:rPr lang="en-US" altLang="ko-KR" dirty="0" err="1"/>
              <a:t>lp</a:t>
            </a:r>
            <a:r>
              <a:rPr lang="en-US" altLang="ko-KR" dirty="0"/>
              <a:t>) : </a:t>
            </a:r>
            <a:r>
              <a:rPr lang="ko-KR" altLang="en-US" dirty="0"/>
              <a:t>프린트 서비스와 관련된 계정</a:t>
            </a:r>
          </a:p>
          <a:p>
            <a:pPr marL="0" indent="0">
              <a:buNone/>
            </a:pPr>
            <a:r>
              <a:rPr lang="ko-KR" altLang="en-US" dirty="0"/>
              <a:t>       </a:t>
            </a:r>
            <a:r>
              <a:rPr lang="en-US" altLang="ko-KR" dirty="0"/>
              <a:t>65534(</a:t>
            </a:r>
            <a:r>
              <a:rPr lang="en-US" altLang="ko-KR" dirty="0" err="1"/>
              <a:t>nfsnobody</a:t>
            </a:r>
            <a:r>
              <a:rPr lang="en-US" altLang="ko-KR" dirty="0"/>
              <a:t>) : </a:t>
            </a:r>
            <a:r>
              <a:rPr lang="ko-KR" altLang="en-US" dirty="0"/>
              <a:t>사용자의 </a:t>
            </a:r>
            <a:r>
              <a:rPr lang="en-US" altLang="ko-KR" dirty="0"/>
              <a:t>UID</a:t>
            </a:r>
            <a:r>
              <a:rPr lang="ko-KR" altLang="en-US" dirty="0"/>
              <a:t>로 </a:t>
            </a:r>
            <a:r>
              <a:rPr lang="en-US" altLang="ko-KR" dirty="0"/>
              <a:t>NFS</a:t>
            </a:r>
            <a:r>
              <a:rPr lang="ko-KR" altLang="en-US" dirty="0"/>
              <a:t>와 관련된 계정</a:t>
            </a:r>
          </a:p>
        </p:txBody>
      </p:sp>
    </p:spTree>
    <p:extLst>
      <p:ext uri="{BB962C8B-B14F-4D97-AF65-F5344CB8AC3E}">
        <p14:creationId xmlns:p14="http://schemas.microsoft.com/office/powerpoint/2010/main" val="6391785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5FE7C0-704A-4BAE-B2F7-E17F79F13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GID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920D35-427F-41AF-831B-2DE0EC4A2C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 </a:t>
            </a:r>
            <a:r>
              <a:rPr lang="en-US" altLang="ko-KR" dirty="0"/>
              <a:t>GID : </a:t>
            </a:r>
            <a:r>
              <a:rPr lang="ko-KR" altLang="en-US" dirty="0"/>
              <a:t>그룹 </a:t>
            </a:r>
            <a:r>
              <a:rPr lang="en-US" altLang="ko-KR" dirty="0"/>
              <a:t>ID</a:t>
            </a:r>
          </a:p>
          <a:p>
            <a:r>
              <a:rPr lang="en-US" altLang="ko-KR" dirty="0"/>
              <a:t> </a:t>
            </a:r>
            <a:r>
              <a:rPr lang="ko-KR" altLang="en-US" dirty="0"/>
              <a:t>설명 </a:t>
            </a:r>
            <a:r>
              <a:rPr lang="en-US" altLang="ko-KR" dirty="0"/>
              <a:t>: </a:t>
            </a:r>
            <a:r>
              <a:rPr lang="ko-KR" altLang="en-US" dirty="0"/>
              <a:t>사용자의 실명이나 부서명</a:t>
            </a:r>
            <a:r>
              <a:rPr lang="en-US" altLang="ko-KR" dirty="0"/>
              <a:t>, </a:t>
            </a:r>
            <a:r>
              <a:rPr lang="ko-KR" altLang="en-US" dirty="0"/>
              <a:t>연락처 등 사용자에 대한 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 </a:t>
            </a:r>
            <a:r>
              <a:rPr lang="ko-KR" altLang="en-US" dirty="0"/>
              <a:t>일반적인 정보가 기록되는 부분</a:t>
            </a:r>
          </a:p>
          <a:p>
            <a:r>
              <a:rPr lang="ko-KR" altLang="en-US" dirty="0"/>
              <a:t>홈 디렉터리 </a:t>
            </a:r>
            <a:r>
              <a:rPr lang="en-US" altLang="ko-KR" dirty="0"/>
              <a:t>: </a:t>
            </a:r>
            <a:r>
              <a:rPr lang="ko-KR" altLang="en-US" dirty="0"/>
              <a:t>사용자 계정에 할당된 홈 디렉터리의 절대 경로를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                            </a:t>
            </a:r>
            <a:r>
              <a:rPr lang="ko-KR" altLang="en-US" dirty="0"/>
              <a:t> 기록</a:t>
            </a:r>
          </a:p>
          <a:p>
            <a:r>
              <a:rPr lang="ko-KR" altLang="en-US" dirty="0"/>
              <a:t>로그인 셸 </a:t>
            </a:r>
            <a:r>
              <a:rPr lang="en-US" altLang="ko-KR" dirty="0"/>
              <a:t>: </a:t>
            </a:r>
            <a:r>
              <a:rPr lang="ko-KR" altLang="en-US" dirty="0"/>
              <a:t>사용자의 로그인 셸을 지정 </a:t>
            </a:r>
            <a:r>
              <a:rPr lang="en-US" altLang="ko-KR" dirty="0"/>
              <a:t>, </a:t>
            </a:r>
            <a:r>
              <a:rPr lang="ko-KR" altLang="en-US" dirty="0"/>
              <a:t>로그인 셸 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 ( </a:t>
            </a:r>
            <a:r>
              <a:rPr lang="ko-KR" altLang="en-US" dirty="0"/>
              <a:t>사용자가 로그인할 때 기본적으로 동작하는 셸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6802190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46665D-B0F7-486B-8545-9F1F7E57E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000" dirty="0"/>
              <a:t>shadow</a:t>
            </a:r>
            <a:endParaRPr lang="ko-KR" altLang="en-US" sz="30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AE11D88-BDD8-4B33-9F45-285B504E9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 </a:t>
            </a:r>
            <a:r>
              <a:rPr lang="en-US" altLang="ko-KR" dirty="0"/>
              <a:t>2. /</a:t>
            </a:r>
            <a:r>
              <a:rPr lang="en-US" altLang="ko-KR" dirty="0" err="1"/>
              <a:t>etc</a:t>
            </a:r>
            <a:r>
              <a:rPr lang="en-US" altLang="ko-KR" dirty="0"/>
              <a:t>/shadow</a:t>
            </a:r>
          </a:p>
          <a:p>
            <a:pPr marL="0" indent="0">
              <a:buNone/>
            </a:pPr>
            <a:r>
              <a:rPr lang="en-US" altLang="ko-KR" dirty="0"/>
              <a:t>       </a:t>
            </a:r>
            <a:r>
              <a:rPr lang="ko-KR" altLang="en-US" dirty="0"/>
              <a:t>로그인 </a:t>
            </a:r>
            <a:r>
              <a:rPr lang="en-US" altLang="ko-KR" dirty="0"/>
              <a:t>ID : </a:t>
            </a:r>
            <a:r>
              <a:rPr lang="ko-KR" altLang="en-US" dirty="0"/>
              <a:t>암호 </a:t>
            </a:r>
            <a:r>
              <a:rPr lang="en-US" altLang="ko-KR" dirty="0"/>
              <a:t>: </a:t>
            </a:r>
            <a:r>
              <a:rPr lang="ko-KR" altLang="en-US" dirty="0"/>
              <a:t>최종 변경일 </a:t>
            </a:r>
            <a:r>
              <a:rPr lang="en-US" altLang="ko-KR" dirty="0"/>
              <a:t>: MIN : MAX : WARNING </a:t>
            </a:r>
          </a:p>
          <a:p>
            <a:pPr marL="0" indent="0">
              <a:buNone/>
            </a:pPr>
            <a:r>
              <a:rPr lang="en-US" altLang="ko-KR" dirty="0"/>
              <a:t>                                                                       : INACTIVE : EXPIRE : Flag</a:t>
            </a:r>
          </a:p>
          <a:p>
            <a:r>
              <a:rPr lang="en-US" altLang="ko-KR" dirty="0"/>
              <a:t> </a:t>
            </a:r>
            <a:r>
              <a:rPr lang="ko-KR" altLang="en-US" dirty="0"/>
              <a:t>최종 변경일 </a:t>
            </a:r>
            <a:r>
              <a:rPr lang="en-US" altLang="ko-KR" dirty="0"/>
              <a:t>: </a:t>
            </a:r>
            <a:r>
              <a:rPr lang="ko-KR" altLang="en-US" dirty="0"/>
              <a:t>암호가 마지막으로 변경된 날짜</a:t>
            </a:r>
          </a:p>
          <a:p>
            <a:r>
              <a:rPr lang="ko-KR" altLang="en-US" dirty="0"/>
              <a:t> </a:t>
            </a:r>
            <a:r>
              <a:rPr lang="en-US" altLang="ko-KR" dirty="0"/>
              <a:t>MIN : </a:t>
            </a:r>
            <a:r>
              <a:rPr lang="ko-KR" altLang="en-US" dirty="0"/>
              <a:t>암호를 변경한 후 사용해야하는 최소 기간 </a:t>
            </a:r>
          </a:p>
          <a:p>
            <a:r>
              <a:rPr lang="ko-KR" altLang="en-US" dirty="0"/>
              <a:t> </a:t>
            </a:r>
            <a:r>
              <a:rPr lang="en-US" altLang="ko-KR" dirty="0"/>
              <a:t>MAX : </a:t>
            </a:r>
            <a:r>
              <a:rPr lang="ko-KR" altLang="en-US" dirty="0"/>
              <a:t>암호를 사용할 수 있는 최대 기간</a:t>
            </a:r>
          </a:p>
          <a:p>
            <a:r>
              <a:rPr lang="ko-KR" altLang="en-US" dirty="0"/>
              <a:t> </a:t>
            </a:r>
            <a:r>
              <a:rPr lang="en-US" altLang="ko-KR" dirty="0"/>
              <a:t>WARNING : </a:t>
            </a:r>
            <a:r>
              <a:rPr lang="ko-KR" altLang="en-US" dirty="0"/>
              <a:t>암호가 만료되기 전에 경고를 시작하는 날수</a:t>
            </a:r>
          </a:p>
          <a:p>
            <a:r>
              <a:rPr lang="ko-KR" altLang="en-US" dirty="0"/>
              <a:t> </a:t>
            </a:r>
            <a:r>
              <a:rPr lang="en-US" altLang="ko-KR" dirty="0"/>
              <a:t>INCATIVE : </a:t>
            </a:r>
            <a:r>
              <a:rPr lang="ko-KR" altLang="en-US" dirty="0"/>
              <a:t>암호가 만료된 후에도 이 항목에 지정한 날수 동안은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                        </a:t>
            </a:r>
            <a:r>
              <a:rPr lang="ko-KR" altLang="en-US" dirty="0"/>
              <a:t> 로그인 가능하도록 한다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EXPIRE : </a:t>
            </a:r>
            <a:r>
              <a:rPr lang="ko-KR" altLang="en-US" dirty="0"/>
              <a:t>사용자 계정이 만료되는 날 </a:t>
            </a:r>
          </a:p>
          <a:p>
            <a:r>
              <a:rPr lang="ko-KR" altLang="en-US" dirty="0"/>
              <a:t> </a:t>
            </a:r>
            <a:r>
              <a:rPr lang="en-US" altLang="ko-KR" dirty="0"/>
              <a:t>Flag : </a:t>
            </a:r>
            <a:r>
              <a:rPr lang="ko-KR" altLang="en-US" dirty="0"/>
              <a:t>향후 사용할 목적으로 비워 둔 항목</a:t>
            </a:r>
          </a:p>
        </p:txBody>
      </p:sp>
    </p:spTree>
    <p:extLst>
      <p:ext uri="{BB962C8B-B14F-4D97-AF65-F5344CB8AC3E}">
        <p14:creationId xmlns:p14="http://schemas.microsoft.com/office/powerpoint/2010/main" val="281023962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5F177D-F886-4239-B447-EF2E08FBD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000" dirty="0" err="1"/>
              <a:t>Login.defs</a:t>
            </a:r>
            <a:r>
              <a:rPr lang="en-US" altLang="ko-KR" sz="3000" dirty="0"/>
              <a:t/>
            </a:r>
            <a:br>
              <a:rPr lang="en-US" altLang="ko-KR" sz="3000" dirty="0"/>
            </a:br>
            <a:r>
              <a:rPr lang="en-US" altLang="ko-KR" sz="3000" dirty="0"/>
              <a:t>group</a:t>
            </a:r>
            <a:br>
              <a:rPr lang="en-US" altLang="ko-KR" sz="3000" dirty="0"/>
            </a:br>
            <a:r>
              <a:rPr lang="en-US" altLang="ko-KR" sz="3000" dirty="0" err="1"/>
              <a:t>gshadow</a:t>
            </a:r>
            <a:endParaRPr lang="ko-KR" altLang="en-US" sz="30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3DED92A-EB07-467E-B820-FEC4B6C37F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  <a:p>
            <a:r>
              <a:rPr lang="ko-KR" altLang="en-US" dirty="0"/>
              <a:t>  </a:t>
            </a:r>
            <a:r>
              <a:rPr lang="en-US" altLang="ko-KR" dirty="0"/>
              <a:t>3. /</a:t>
            </a:r>
            <a:r>
              <a:rPr lang="en-US" altLang="ko-KR" dirty="0" err="1"/>
              <a:t>etc</a:t>
            </a:r>
            <a:r>
              <a:rPr lang="en-US" altLang="ko-KR" dirty="0"/>
              <a:t>/</a:t>
            </a:r>
            <a:r>
              <a:rPr lang="en-US" altLang="ko-KR" dirty="0" err="1"/>
              <a:t>login.defs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       </a:t>
            </a:r>
            <a:r>
              <a:rPr lang="ko-KR" altLang="en-US" dirty="0"/>
              <a:t>사용자 계정의 설정과 관련된 기본 값을 정의한 파일</a:t>
            </a:r>
            <a:endParaRPr lang="en-US" altLang="ko-KR" dirty="0"/>
          </a:p>
          <a:p>
            <a:r>
              <a:rPr lang="en-US" altLang="ko-KR" dirty="0"/>
              <a:t>  4. /</a:t>
            </a:r>
            <a:r>
              <a:rPr lang="en-US" altLang="ko-KR" dirty="0" err="1"/>
              <a:t>etc</a:t>
            </a:r>
            <a:r>
              <a:rPr lang="en-US" altLang="ko-KR" dirty="0"/>
              <a:t>/group</a:t>
            </a:r>
          </a:p>
          <a:p>
            <a:pPr marL="0" indent="0">
              <a:buNone/>
            </a:pPr>
            <a:r>
              <a:rPr lang="en-US" altLang="ko-KR" dirty="0"/>
              <a:t>       </a:t>
            </a:r>
            <a:r>
              <a:rPr lang="ko-KR" altLang="en-US" dirty="0"/>
              <a:t>그룹 이름 </a:t>
            </a:r>
            <a:r>
              <a:rPr lang="en-US" altLang="ko-KR" dirty="0"/>
              <a:t>: x : GID : </a:t>
            </a:r>
            <a:r>
              <a:rPr lang="ko-KR" altLang="en-US" dirty="0"/>
              <a:t>그룹 멤버 </a:t>
            </a:r>
          </a:p>
          <a:p>
            <a:pPr marL="0" indent="0">
              <a:buNone/>
            </a:pPr>
            <a:r>
              <a:rPr lang="ko-KR" altLang="en-US" dirty="0"/>
              <a:t>       </a:t>
            </a:r>
            <a:r>
              <a:rPr lang="en-US" altLang="ko-KR" dirty="0"/>
              <a:t>x : </a:t>
            </a:r>
            <a:r>
              <a:rPr lang="ko-KR" altLang="en-US" dirty="0"/>
              <a:t>그룹 암호 저장하는 곳</a:t>
            </a:r>
          </a:p>
          <a:p>
            <a:pPr marL="0" indent="0">
              <a:buNone/>
            </a:pPr>
            <a:r>
              <a:rPr lang="ko-KR" altLang="en-US" dirty="0"/>
              <a:t>       </a:t>
            </a:r>
            <a:r>
              <a:rPr lang="en-US" altLang="ko-KR" dirty="0"/>
              <a:t>GID : </a:t>
            </a:r>
            <a:r>
              <a:rPr lang="ko-KR" altLang="en-US" dirty="0"/>
              <a:t>그룹을 식별하는 번호 </a:t>
            </a:r>
          </a:p>
          <a:p>
            <a:pPr marL="0" indent="0">
              <a:buNone/>
            </a:pPr>
            <a:r>
              <a:rPr lang="ko-KR" altLang="en-US" dirty="0"/>
              <a:t>       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5. /</a:t>
            </a:r>
            <a:r>
              <a:rPr lang="en-US" altLang="ko-KR" dirty="0" err="1"/>
              <a:t>etc</a:t>
            </a:r>
            <a:r>
              <a:rPr lang="en-US" altLang="ko-KR" dirty="0"/>
              <a:t>/</a:t>
            </a:r>
            <a:r>
              <a:rPr lang="en-US" altLang="ko-KR" dirty="0" err="1"/>
              <a:t>gshadow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    </a:t>
            </a:r>
            <a:r>
              <a:rPr lang="ko-KR" altLang="en-US" dirty="0"/>
              <a:t>그룹 이름 </a:t>
            </a:r>
            <a:r>
              <a:rPr lang="en-US" altLang="ko-KR" dirty="0"/>
              <a:t>: </a:t>
            </a:r>
            <a:r>
              <a:rPr lang="ko-KR" altLang="en-US" dirty="0"/>
              <a:t>그룹 암호 </a:t>
            </a:r>
            <a:r>
              <a:rPr lang="en-US" altLang="ko-KR" dirty="0"/>
              <a:t>: </a:t>
            </a:r>
            <a:r>
              <a:rPr lang="ko-KR" altLang="en-US" dirty="0"/>
              <a:t>관리자 </a:t>
            </a:r>
            <a:r>
              <a:rPr lang="en-US" altLang="ko-KR" dirty="0"/>
              <a:t>: </a:t>
            </a:r>
            <a:r>
              <a:rPr lang="ko-KR" altLang="en-US" dirty="0"/>
              <a:t>그룹 멤버</a:t>
            </a:r>
          </a:p>
        </p:txBody>
      </p:sp>
    </p:spTree>
    <p:extLst>
      <p:ext uri="{BB962C8B-B14F-4D97-AF65-F5344CB8AC3E}">
        <p14:creationId xmlns:p14="http://schemas.microsoft.com/office/powerpoint/2010/main" val="59206835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66F6A2-9822-474B-81B3-528BF632F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</p:spPr>
        <p:txBody>
          <a:bodyPr>
            <a:normAutofit/>
          </a:bodyPr>
          <a:lstStyle/>
          <a:p>
            <a:r>
              <a:rPr lang="ko-KR" altLang="en-US" dirty="0"/>
              <a:t>사용자 계정 관리 명령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패스워드 </a:t>
            </a:r>
            <a:r>
              <a:rPr lang="ko-KR" altLang="en-US" dirty="0" err="1"/>
              <a:t>에이징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24D232E-4923-4988-910C-A8BD78BFAF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76988" y="1610728"/>
            <a:ext cx="6885419" cy="3045162"/>
          </a:xfrm>
        </p:spPr>
        <p:txBody>
          <a:bodyPr>
            <a:noAutofit/>
          </a:bodyPr>
          <a:lstStyle/>
          <a:p>
            <a:r>
              <a:rPr lang="en-US" altLang="ko-KR" sz="1500" dirty="0"/>
              <a:t>-</a:t>
            </a:r>
            <a:r>
              <a:rPr lang="ko-KR" altLang="en-US" sz="1500" dirty="0"/>
              <a:t>사용자 계정 관리 명령</a:t>
            </a:r>
          </a:p>
          <a:p>
            <a:r>
              <a:rPr lang="ko-KR" altLang="en-US" sz="1500" dirty="0"/>
              <a:t>  </a:t>
            </a:r>
            <a:r>
              <a:rPr lang="en-US" altLang="ko-KR" sz="1500" dirty="0"/>
              <a:t>1. </a:t>
            </a:r>
            <a:r>
              <a:rPr lang="ko-KR" altLang="en-US" sz="1500" dirty="0"/>
              <a:t>사용자 계정 생성 명령어 </a:t>
            </a:r>
            <a:r>
              <a:rPr lang="en-US" altLang="ko-KR" sz="1500" dirty="0"/>
              <a:t>: </a:t>
            </a:r>
            <a:r>
              <a:rPr lang="en-US" altLang="ko-KR" sz="1500" dirty="0" err="1"/>
              <a:t>useradd</a:t>
            </a:r>
            <a:r>
              <a:rPr lang="en-US" altLang="ko-KR" sz="1500" dirty="0"/>
              <a:t> [</a:t>
            </a:r>
            <a:r>
              <a:rPr lang="ko-KR" altLang="en-US" sz="1500" dirty="0"/>
              <a:t>옵션</a:t>
            </a:r>
            <a:r>
              <a:rPr lang="en-US" altLang="ko-KR" sz="1500" dirty="0"/>
              <a:t>] </a:t>
            </a:r>
            <a:r>
              <a:rPr lang="ko-KR" altLang="en-US" sz="1500" dirty="0"/>
              <a:t>로그인 </a:t>
            </a:r>
            <a:r>
              <a:rPr lang="en-US" altLang="ko-KR" sz="1500" dirty="0"/>
              <a:t>ID </a:t>
            </a:r>
          </a:p>
          <a:p>
            <a:endParaRPr lang="en-US" altLang="ko-KR" sz="1500" dirty="0"/>
          </a:p>
          <a:p>
            <a:endParaRPr lang="en-US" altLang="ko-KR" sz="1500" dirty="0"/>
          </a:p>
          <a:p>
            <a:endParaRPr lang="en-US" altLang="ko-KR" sz="1500" dirty="0"/>
          </a:p>
          <a:p>
            <a:endParaRPr lang="en-US" altLang="ko-KR" sz="1500" dirty="0"/>
          </a:p>
          <a:p>
            <a:endParaRPr lang="en-US" altLang="ko-KR" sz="1500" dirty="0"/>
          </a:p>
          <a:p>
            <a:r>
              <a:rPr lang="en-US" altLang="ko-KR" sz="1500" dirty="0"/>
              <a:t>2. </a:t>
            </a:r>
            <a:r>
              <a:rPr lang="ko-KR" altLang="en-US" sz="1500" dirty="0"/>
              <a:t>사용자 계정 정보 수정 명령어 </a:t>
            </a:r>
            <a:r>
              <a:rPr lang="en-US" altLang="ko-KR" sz="1500" dirty="0"/>
              <a:t>: </a:t>
            </a:r>
            <a:r>
              <a:rPr lang="en-US" altLang="ko-KR" sz="1500" dirty="0" err="1"/>
              <a:t>usermod</a:t>
            </a:r>
            <a:r>
              <a:rPr lang="en-US" altLang="ko-KR" sz="1500" dirty="0"/>
              <a:t> [</a:t>
            </a:r>
            <a:r>
              <a:rPr lang="ko-KR" altLang="en-US" sz="1500" dirty="0"/>
              <a:t>옵션</a:t>
            </a:r>
            <a:r>
              <a:rPr lang="en-US" altLang="ko-KR" sz="1500" dirty="0"/>
              <a:t>] </a:t>
            </a:r>
            <a:r>
              <a:rPr lang="ko-KR" altLang="en-US" sz="1500" dirty="0"/>
              <a:t>로그인 </a:t>
            </a:r>
            <a:r>
              <a:rPr lang="en-US" altLang="ko-KR" sz="1500" dirty="0"/>
              <a:t>ID </a:t>
            </a:r>
          </a:p>
          <a:p>
            <a:pPr marL="0" indent="0">
              <a:buNone/>
            </a:pPr>
            <a:r>
              <a:rPr lang="en-US" altLang="ko-KR" sz="1500" dirty="0"/>
              <a:t>     </a:t>
            </a:r>
            <a:r>
              <a:rPr lang="ko-KR" altLang="en-US" sz="1500" dirty="0"/>
              <a:t>옵션 </a:t>
            </a:r>
            <a:r>
              <a:rPr lang="en-US" altLang="ko-KR" sz="1500" dirty="0"/>
              <a:t>: -u : UID </a:t>
            </a:r>
            <a:r>
              <a:rPr lang="ko-KR" altLang="en-US" sz="1500" dirty="0"/>
              <a:t>변경</a:t>
            </a:r>
          </a:p>
          <a:p>
            <a:pPr marL="0" indent="0">
              <a:buNone/>
            </a:pPr>
            <a:r>
              <a:rPr lang="ko-KR" altLang="en-US" sz="1500" dirty="0"/>
              <a:t>                  </a:t>
            </a:r>
            <a:r>
              <a:rPr lang="en-US" altLang="ko-KR" sz="1500" dirty="0"/>
              <a:t>-d : </a:t>
            </a:r>
            <a:r>
              <a:rPr lang="ko-KR" altLang="en-US" sz="1500" dirty="0"/>
              <a:t>홈 디렉터리 변경</a:t>
            </a:r>
          </a:p>
          <a:p>
            <a:pPr marL="0" indent="0">
              <a:buNone/>
            </a:pPr>
            <a:r>
              <a:rPr lang="ko-KR" altLang="en-US" sz="1500" dirty="0"/>
              <a:t>                    </a:t>
            </a:r>
            <a:r>
              <a:rPr lang="en-US" altLang="ko-KR" sz="1500" dirty="0"/>
              <a:t>-l : </a:t>
            </a:r>
            <a:r>
              <a:rPr lang="ko-KR" altLang="en-US" sz="1500" dirty="0"/>
              <a:t>로그인 </a:t>
            </a:r>
            <a:r>
              <a:rPr lang="en-US" altLang="ko-KR" sz="1500" dirty="0"/>
              <a:t>ID </a:t>
            </a:r>
            <a:r>
              <a:rPr lang="ko-KR" altLang="en-US" sz="1500" dirty="0"/>
              <a:t>변경 </a:t>
            </a:r>
          </a:p>
          <a:p>
            <a:pPr marL="0" indent="0">
              <a:buNone/>
            </a:pPr>
            <a:r>
              <a:rPr lang="ko-KR" altLang="en-US" sz="1500" dirty="0"/>
              <a:t>               </a:t>
            </a:r>
          </a:p>
          <a:p>
            <a:r>
              <a:rPr lang="ko-KR" altLang="en-US" sz="1500" dirty="0"/>
              <a:t>  </a:t>
            </a:r>
            <a:r>
              <a:rPr lang="en-US" altLang="ko-KR" sz="1500" dirty="0"/>
              <a:t>3. </a:t>
            </a:r>
            <a:r>
              <a:rPr lang="ko-KR" altLang="en-US" sz="1500" dirty="0"/>
              <a:t>패스워드 </a:t>
            </a:r>
            <a:r>
              <a:rPr lang="ko-KR" altLang="en-US" sz="1500" dirty="0" err="1"/>
              <a:t>에이징</a:t>
            </a:r>
            <a:r>
              <a:rPr lang="ko-KR" altLang="en-US" sz="1500" dirty="0"/>
              <a:t> 관련 명령 </a:t>
            </a:r>
            <a:r>
              <a:rPr lang="en-US" altLang="ko-KR" sz="1500" dirty="0"/>
              <a:t>: </a:t>
            </a:r>
            <a:r>
              <a:rPr lang="en-US" altLang="ko-KR" sz="1500" dirty="0" err="1"/>
              <a:t>useradd</a:t>
            </a:r>
            <a:r>
              <a:rPr lang="en-US" altLang="ko-KR" sz="1500" dirty="0"/>
              <a:t>, </a:t>
            </a:r>
            <a:r>
              <a:rPr lang="en-US" altLang="ko-KR" sz="1500" dirty="0" err="1"/>
              <a:t>usermod</a:t>
            </a:r>
            <a:r>
              <a:rPr lang="en-US" altLang="ko-KR" sz="1500" dirty="0"/>
              <a:t>, passwd, </a:t>
            </a:r>
            <a:r>
              <a:rPr lang="en-US" altLang="ko-KR" sz="1500" dirty="0" err="1"/>
              <a:t>chage</a:t>
            </a:r>
            <a:r>
              <a:rPr lang="en-US" altLang="ko-KR" sz="1500" dirty="0"/>
              <a:t> </a:t>
            </a:r>
          </a:p>
          <a:p>
            <a:pPr marL="0" indent="0">
              <a:buNone/>
            </a:pPr>
            <a:r>
              <a:rPr lang="ko-KR" altLang="en-US" sz="1500" dirty="0"/>
              <a:t> </a:t>
            </a:r>
          </a:p>
          <a:p>
            <a:r>
              <a:rPr lang="ko-KR" altLang="en-US" sz="1500" dirty="0"/>
              <a:t>  </a:t>
            </a:r>
            <a:r>
              <a:rPr lang="en-US" altLang="ko-KR" sz="1500" dirty="0"/>
              <a:t>4. </a:t>
            </a:r>
            <a:r>
              <a:rPr lang="ko-KR" altLang="en-US" sz="1500" dirty="0"/>
              <a:t>사용자 계정 삭제하는 명령어 </a:t>
            </a:r>
            <a:r>
              <a:rPr lang="en-US" altLang="ko-KR" sz="1500" dirty="0"/>
              <a:t>: </a:t>
            </a:r>
            <a:r>
              <a:rPr lang="en-US" altLang="ko-KR" sz="1500" dirty="0" err="1"/>
              <a:t>userdel</a:t>
            </a:r>
            <a:r>
              <a:rPr lang="en-US" altLang="ko-KR" sz="1500" dirty="0"/>
              <a:t> [</a:t>
            </a:r>
            <a:r>
              <a:rPr lang="ko-KR" altLang="en-US" sz="1500" dirty="0"/>
              <a:t>옵션</a:t>
            </a:r>
            <a:r>
              <a:rPr lang="en-US" altLang="ko-KR" sz="1500" dirty="0"/>
              <a:t>] </a:t>
            </a:r>
            <a:r>
              <a:rPr lang="ko-KR" altLang="en-US" sz="1500" dirty="0"/>
              <a:t>로그인 </a:t>
            </a:r>
            <a:r>
              <a:rPr lang="en-US" altLang="ko-KR" sz="1500" dirty="0"/>
              <a:t>ID</a:t>
            </a:r>
          </a:p>
          <a:p>
            <a:pPr marL="0" indent="0">
              <a:buNone/>
            </a:pPr>
            <a:r>
              <a:rPr lang="en-US" altLang="ko-KR" sz="1500" dirty="0"/>
              <a:t>     </a:t>
            </a:r>
            <a:r>
              <a:rPr lang="ko-KR" altLang="en-US" sz="1500" dirty="0"/>
              <a:t>옵션 </a:t>
            </a:r>
            <a:r>
              <a:rPr lang="en-US" altLang="ko-KR" sz="1500" dirty="0"/>
              <a:t>: -r : </a:t>
            </a:r>
            <a:r>
              <a:rPr lang="ko-KR" altLang="en-US" sz="1500" dirty="0"/>
              <a:t>홈 디렉터리를 삭제</a:t>
            </a:r>
          </a:p>
          <a:p>
            <a:pPr marL="0" indent="0">
              <a:buNone/>
            </a:pPr>
            <a:r>
              <a:rPr lang="ko-KR" altLang="en-US" sz="1500" dirty="0"/>
              <a:t>                   </a:t>
            </a:r>
            <a:r>
              <a:rPr lang="en-US" altLang="ko-KR" sz="1500" dirty="0"/>
              <a:t>-f : </a:t>
            </a:r>
            <a:r>
              <a:rPr lang="ko-KR" altLang="en-US" sz="1500" dirty="0"/>
              <a:t>사용자가 로그인 주잉어도 강제로 삭제</a:t>
            </a:r>
          </a:p>
        </p:txBody>
      </p:sp>
      <p:pic>
        <p:nvPicPr>
          <p:cNvPr id="2052" name="Picture 4" descr="https://t1.daumcdn.net/cfile/tistory/2438984D5520C76E2C">
            <a:extLst>
              <a:ext uri="{FF2B5EF4-FFF2-40B4-BE49-F238E27FC236}">
                <a16:creationId xmlns:a16="http://schemas.microsoft.com/office/drawing/2014/main" id="{88FD7A07-06D1-4025-8B13-969ABCCE8A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002094" y="822163"/>
            <a:ext cx="5132120" cy="1715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961066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FB4F02-2CEE-4652-9AFE-0A9F6EEBA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000" dirty="0"/>
              <a:t>그룹 관리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8C1539-63D3-49ED-94F8-71BD118F6F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-</a:t>
            </a:r>
            <a:r>
              <a:rPr lang="ko-KR" altLang="en-US" dirty="0"/>
              <a:t>그룹 관리 명령</a:t>
            </a:r>
          </a:p>
          <a:p>
            <a:r>
              <a:rPr lang="ko-KR" altLang="en-US" dirty="0"/>
              <a:t>새 그룹 생성하는 명령어 </a:t>
            </a:r>
            <a:r>
              <a:rPr lang="en-US" altLang="ko-KR" dirty="0"/>
              <a:t>: </a:t>
            </a:r>
            <a:r>
              <a:rPr lang="en-US" altLang="ko-KR" dirty="0" err="1"/>
              <a:t>groupadd</a:t>
            </a:r>
            <a:r>
              <a:rPr lang="en-US" altLang="ko-KR" dirty="0"/>
              <a:t> </a:t>
            </a:r>
          </a:p>
          <a:p>
            <a:pPr marL="0" indent="0">
              <a:buNone/>
            </a:pPr>
            <a:r>
              <a:rPr lang="en-US" altLang="ko-KR" dirty="0"/>
              <a:t>  </a:t>
            </a:r>
            <a:r>
              <a:rPr lang="ko-KR" altLang="en-US" dirty="0"/>
              <a:t>옵션 </a:t>
            </a:r>
            <a:r>
              <a:rPr lang="en-US" altLang="ko-KR" dirty="0"/>
              <a:t>: -g </a:t>
            </a:r>
            <a:r>
              <a:rPr lang="en-US" altLang="ko-KR" dirty="0" err="1"/>
              <a:t>gid</a:t>
            </a:r>
            <a:r>
              <a:rPr lang="en-US" altLang="ko-KR" dirty="0"/>
              <a:t> : </a:t>
            </a:r>
            <a:r>
              <a:rPr lang="ko-KR" altLang="en-US" dirty="0"/>
              <a:t>그룹의 </a:t>
            </a:r>
            <a:r>
              <a:rPr lang="en-US" altLang="ko-KR" dirty="0"/>
              <a:t>GID</a:t>
            </a:r>
            <a:r>
              <a:rPr lang="ko-KR" altLang="en-US" dirty="0"/>
              <a:t>를 지정</a:t>
            </a:r>
          </a:p>
          <a:p>
            <a:pPr marL="0" indent="0">
              <a:buNone/>
            </a:pPr>
            <a:r>
              <a:rPr lang="ko-KR" altLang="en-US" dirty="0"/>
              <a:t>                       </a:t>
            </a:r>
            <a:r>
              <a:rPr lang="en-US" altLang="ko-KR" dirty="0"/>
              <a:t>-o : GID </a:t>
            </a:r>
            <a:r>
              <a:rPr lang="ko-KR" altLang="en-US" dirty="0"/>
              <a:t>중복을 허용</a:t>
            </a:r>
          </a:p>
          <a:p>
            <a:pPr marL="0" indent="0">
              <a:buNone/>
            </a:pPr>
            <a:endParaRPr lang="ko-KR" altLang="en-US" dirty="0"/>
          </a:p>
          <a:p>
            <a:r>
              <a:rPr lang="ko-KR" altLang="en-US" dirty="0"/>
              <a:t>그룹 정보 수정하는 명령어 </a:t>
            </a:r>
            <a:r>
              <a:rPr lang="en-US" altLang="ko-KR" dirty="0"/>
              <a:t>: </a:t>
            </a:r>
            <a:r>
              <a:rPr lang="en-US" altLang="ko-KR" dirty="0" err="1"/>
              <a:t>groupmod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</a:t>
            </a:r>
            <a:r>
              <a:rPr lang="ko-KR" altLang="en-US" dirty="0"/>
              <a:t>옵션 </a:t>
            </a:r>
            <a:r>
              <a:rPr lang="en-US" altLang="ko-KR" dirty="0"/>
              <a:t>: -n </a:t>
            </a:r>
            <a:r>
              <a:rPr lang="ko-KR" altLang="en-US" dirty="0" err="1"/>
              <a:t>그룹명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그룹명을 다른 이름으로 바꿈</a:t>
            </a:r>
          </a:p>
          <a:p>
            <a:pPr marL="0" indent="0">
              <a:buNone/>
            </a:pPr>
            <a:r>
              <a:rPr lang="ko-KR" altLang="en-US" dirty="0"/>
              <a:t>               </a:t>
            </a:r>
            <a:r>
              <a:rPr lang="en-US" altLang="ko-KR" dirty="0"/>
              <a:t>-g : GID </a:t>
            </a:r>
            <a:r>
              <a:rPr lang="ko-KR" altLang="en-US" dirty="0"/>
              <a:t>바꾸기 </a:t>
            </a:r>
          </a:p>
          <a:p>
            <a:r>
              <a:rPr lang="ko-KR" altLang="en-US" dirty="0"/>
              <a:t>그룹 삭제하는 명령어 </a:t>
            </a:r>
            <a:r>
              <a:rPr lang="en-US" altLang="ko-KR" dirty="0"/>
              <a:t>: </a:t>
            </a:r>
            <a:r>
              <a:rPr lang="en-US" altLang="ko-KR" dirty="0" err="1"/>
              <a:t>groupdel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996111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F36722-848D-4B16-963C-3E515B8CA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000" dirty="0"/>
              <a:t>그룹 관리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84D996B-7627-436B-89ED-8E03EED3DB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 그룹 암호 설정하고 사용하는 명령어 </a:t>
            </a:r>
            <a:r>
              <a:rPr lang="en-US" altLang="ko-KR" dirty="0"/>
              <a:t>: </a:t>
            </a:r>
            <a:r>
              <a:rPr lang="en-US" altLang="ko-KR" dirty="0" err="1"/>
              <a:t>gpasswd</a:t>
            </a:r>
            <a:r>
              <a:rPr lang="en-US" altLang="ko-KR" dirty="0"/>
              <a:t> </a:t>
            </a:r>
          </a:p>
          <a:p>
            <a:r>
              <a:rPr lang="en-US" altLang="ko-KR" dirty="0"/>
              <a:t>  </a:t>
            </a:r>
            <a:r>
              <a:rPr lang="ko-KR" altLang="en-US" dirty="0"/>
              <a:t>기능 </a:t>
            </a:r>
            <a:r>
              <a:rPr lang="en-US" altLang="ko-KR" dirty="0"/>
              <a:t>: /</a:t>
            </a:r>
            <a:r>
              <a:rPr lang="en-US" altLang="ko-KR" dirty="0" err="1"/>
              <a:t>etc</a:t>
            </a:r>
            <a:r>
              <a:rPr lang="en-US" altLang="ko-KR" dirty="0"/>
              <a:t>/group </a:t>
            </a:r>
            <a:r>
              <a:rPr lang="ko-KR" altLang="en-US" dirty="0"/>
              <a:t>과 </a:t>
            </a:r>
            <a:r>
              <a:rPr lang="en-US" altLang="ko-KR" dirty="0"/>
              <a:t>/</a:t>
            </a:r>
            <a:r>
              <a:rPr lang="en-US" altLang="ko-KR" dirty="0" err="1"/>
              <a:t>etc</a:t>
            </a:r>
            <a:r>
              <a:rPr lang="en-US" altLang="ko-KR" dirty="0"/>
              <a:t>/</a:t>
            </a:r>
            <a:r>
              <a:rPr lang="en-US" altLang="ko-KR" dirty="0" err="1"/>
              <a:t>gshadow</a:t>
            </a:r>
            <a:r>
              <a:rPr lang="en-US" altLang="ko-KR" dirty="0"/>
              <a:t> </a:t>
            </a:r>
            <a:r>
              <a:rPr lang="ko-KR" altLang="en-US" dirty="0"/>
              <a:t>파일을 관리</a:t>
            </a:r>
          </a:p>
          <a:p>
            <a:r>
              <a:rPr lang="ko-KR" altLang="en-US" dirty="0"/>
              <a:t>  옵션 </a:t>
            </a:r>
            <a:r>
              <a:rPr lang="en-US" altLang="ko-KR" dirty="0"/>
              <a:t>: -a </a:t>
            </a:r>
            <a:r>
              <a:rPr lang="ko-KR" altLang="en-US" dirty="0"/>
              <a:t>사용자 계정 </a:t>
            </a:r>
            <a:r>
              <a:rPr lang="en-US" altLang="ko-KR" dirty="0"/>
              <a:t>: </a:t>
            </a:r>
            <a:r>
              <a:rPr lang="ko-KR" altLang="en-US" dirty="0"/>
              <a:t>사용자 계정을 그룹에 추가</a:t>
            </a:r>
          </a:p>
          <a:p>
            <a:pPr marL="0" indent="0">
              <a:buNone/>
            </a:pPr>
            <a:r>
              <a:rPr lang="ko-KR" altLang="en-US" dirty="0"/>
              <a:t>                   </a:t>
            </a:r>
            <a:r>
              <a:rPr lang="en-US" altLang="ko-KR" dirty="0"/>
              <a:t>-d </a:t>
            </a:r>
            <a:r>
              <a:rPr lang="ko-KR" altLang="en-US" dirty="0"/>
              <a:t>사용자 계정 </a:t>
            </a:r>
            <a:r>
              <a:rPr lang="en-US" altLang="ko-KR" dirty="0"/>
              <a:t>: </a:t>
            </a:r>
            <a:r>
              <a:rPr lang="ko-KR" altLang="en-US" dirty="0"/>
              <a:t>사용자 계정을 그룹에서 삭제</a:t>
            </a:r>
          </a:p>
          <a:p>
            <a:pPr marL="0" indent="0">
              <a:buNone/>
            </a:pPr>
            <a:r>
              <a:rPr lang="ko-KR" altLang="en-US" dirty="0"/>
              <a:t>                   </a:t>
            </a:r>
            <a:r>
              <a:rPr lang="en-US" altLang="ko-KR" dirty="0"/>
              <a:t>-r : </a:t>
            </a:r>
            <a:r>
              <a:rPr lang="ko-KR" altLang="en-US" dirty="0"/>
              <a:t>그룹 암호를 삭제</a:t>
            </a:r>
          </a:p>
          <a:p>
            <a:endParaRPr lang="ko-KR" altLang="en-US" dirty="0"/>
          </a:p>
          <a:p>
            <a:r>
              <a:rPr lang="ko-KR" altLang="en-US" dirty="0"/>
              <a:t>  소속 그룹 변경하는 명령어 </a:t>
            </a:r>
            <a:r>
              <a:rPr lang="en-US" altLang="ko-KR" dirty="0"/>
              <a:t>: </a:t>
            </a:r>
            <a:r>
              <a:rPr lang="en-US" altLang="ko-KR" dirty="0" err="1"/>
              <a:t>newgrp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500862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A058F2-EF1F-4B26-BD2E-FE33DE6FD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UID</a:t>
            </a:r>
            <a:br>
              <a:rPr lang="en-US" altLang="ko-KR" dirty="0"/>
            </a:br>
            <a:r>
              <a:rPr lang="en-US" altLang="ko-KR" dirty="0"/>
              <a:t>EUID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308E11-D78C-43AB-91BC-16C551C9D8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-</a:t>
            </a:r>
            <a:r>
              <a:rPr lang="ko-KR" altLang="en-US" dirty="0"/>
              <a:t>사용자 정보 관리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1. UID </a:t>
            </a:r>
            <a:r>
              <a:rPr lang="ko-KR" altLang="en-US" dirty="0"/>
              <a:t>와 </a:t>
            </a:r>
            <a:r>
              <a:rPr lang="en-US" altLang="ko-KR" dirty="0"/>
              <a:t>EUID</a:t>
            </a:r>
          </a:p>
          <a:p>
            <a:pPr marL="0" indent="0">
              <a:buNone/>
            </a:pPr>
            <a:r>
              <a:rPr lang="en-US" altLang="ko-KR" dirty="0"/>
              <a:t>  UID : </a:t>
            </a:r>
            <a:r>
              <a:rPr lang="ko-KR" altLang="en-US" dirty="0"/>
              <a:t>사용자가 로그인할 때 사용한 계정의 </a:t>
            </a:r>
            <a:r>
              <a:rPr lang="en-US" altLang="ko-KR" dirty="0"/>
              <a:t>UID</a:t>
            </a:r>
            <a:r>
              <a:rPr lang="ko-KR" altLang="en-US" dirty="0"/>
              <a:t>를 의미 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EUID(</a:t>
            </a:r>
            <a:r>
              <a:rPr lang="ko-KR" altLang="en-US" dirty="0"/>
              <a:t>유효 사용자</a:t>
            </a:r>
            <a:r>
              <a:rPr lang="en-US" altLang="ko-KR" dirty="0"/>
              <a:t>) : </a:t>
            </a:r>
            <a:r>
              <a:rPr lang="ko-KR" altLang="en-US" dirty="0"/>
              <a:t>현재 명령을 수행하는 주체의 </a:t>
            </a:r>
            <a:r>
              <a:rPr lang="en-US" altLang="ko-KR" dirty="0"/>
              <a:t>UID</a:t>
            </a:r>
            <a:r>
              <a:rPr lang="ko-KR" altLang="en-US" dirty="0"/>
              <a:t>를 의미</a:t>
            </a:r>
          </a:p>
          <a:p>
            <a:pPr marL="0" indent="0">
              <a:buNone/>
            </a:pPr>
            <a:r>
              <a:rPr lang="ko-KR" altLang="en-US" dirty="0"/>
              <a:t>      </a:t>
            </a:r>
          </a:p>
          <a:p>
            <a:r>
              <a:rPr lang="ko-KR" altLang="en-US" dirty="0"/>
              <a:t> 일반적으로 </a:t>
            </a:r>
            <a:r>
              <a:rPr lang="en-US" altLang="ko-KR" dirty="0"/>
              <a:t>UID </a:t>
            </a:r>
            <a:r>
              <a:rPr lang="ko-KR" altLang="en-US" dirty="0"/>
              <a:t>와 </a:t>
            </a:r>
            <a:r>
              <a:rPr lang="en-US" altLang="ko-KR" dirty="0"/>
              <a:t>EUID</a:t>
            </a:r>
            <a:r>
              <a:rPr lang="ko-KR" altLang="en-US" dirty="0"/>
              <a:t>는 같으나 달라질 때</a:t>
            </a:r>
          </a:p>
          <a:p>
            <a:pPr marL="0" indent="0">
              <a:buNone/>
            </a:pPr>
            <a:r>
              <a:rPr lang="ko-KR" altLang="en-US" dirty="0"/>
              <a:t>  </a:t>
            </a:r>
            <a:r>
              <a:rPr lang="en-US" altLang="ko-KR" dirty="0"/>
              <a:t>-</a:t>
            </a:r>
            <a:r>
              <a:rPr lang="ko-KR" altLang="en-US" dirty="0"/>
              <a:t>실행 파일에 </a:t>
            </a:r>
            <a:r>
              <a:rPr lang="en-US" altLang="ko-KR" dirty="0" err="1"/>
              <a:t>setuid</a:t>
            </a:r>
            <a:r>
              <a:rPr lang="ko-KR" altLang="en-US" dirty="0"/>
              <a:t>가 설정되어 있는 경우</a:t>
            </a:r>
          </a:p>
          <a:p>
            <a:pPr marL="0" indent="0">
              <a:buNone/>
            </a:pPr>
            <a:r>
              <a:rPr lang="ko-KR" altLang="en-US" dirty="0"/>
              <a:t>  </a:t>
            </a:r>
            <a:r>
              <a:rPr lang="en-US" altLang="ko-KR" dirty="0"/>
              <a:t>-</a:t>
            </a:r>
            <a:r>
              <a:rPr lang="en-US" altLang="ko-KR" dirty="0" err="1"/>
              <a:t>su</a:t>
            </a:r>
            <a:r>
              <a:rPr lang="en-US" altLang="ko-KR" dirty="0"/>
              <a:t> </a:t>
            </a:r>
            <a:r>
              <a:rPr lang="ko-KR" altLang="en-US" dirty="0"/>
              <a:t>명령을 사용하여 다른 계정으로 전환한 경우 </a:t>
            </a:r>
          </a:p>
        </p:txBody>
      </p:sp>
    </p:spTree>
    <p:extLst>
      <p:ext uri="{BB962C8B-B14F-4D97-AF65-F5344CB8AC3E}">
        <p14:creationId xmlns:p14="http://schemas.microsoft.com/office/powerpoint/2010/main" val="332028875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461B96-1E8A-4479-BB9E-C88FA9592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3000" dirty="0"/>
              <a:t>사용자</a:t>
            </a:r>
            <a:r>
              <a:rPr lang="ko-KR" altLang="en-US" dirty="0"/>
              <a:t> </a:t>
            </a:r>
            <a:r>
              <a:rPr lang="ko-KR" altLang="en-US" sz="3000" dirty="0"/>
              <a:t>확인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B1E7B86-BB5B-465F-99A1-2333308100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601553"/>
            <a:ext cx="7315200" cy="5645749"/>
          </a:xfrm>
        </p:spPr>
        <p:txBody>
          <a:bodyPr>
            <a:normAutofit fontScale="92500" lnSpcReduction="10000"/>
          </a:bodyPr>
          <a:lstStyle/>
          <a:p>
            <a:r>
              <a:rPr lang="en-US" altLang="ko-KR" dirty="0"/>
              <a:t>2. </a:t>
            </a:r>
            <a:r>
              <a:rPr lang="ko-KR" altLang="en-US" dirty="0"/>
              <a:t>사용자 확인 명령</a:t>
            </a:r>
          </a:p>
          <a:p>
            <a:r>
              <a:rPr lang="ko-KR" altLang="en-US" dirty="0"/>
              <a:t>     현재 시스템을 사용하는 사용자의 정보를 출력하는 명령어 </a:t>
            </a:r>
            <a:r>
              <a:rPr lang="en-US" altLang="ko-KR" dirty="0"/>
              <a:t>:</a:t>
            </a:r>
          </a:p>
          <a:p>
            <a:pPr marL="0" indent="0">
              <a:buNone/>
            </a:pPr>
            <a:r>
              <a:rPr lang="en-US" altLang="ko-KR" dirty="0"/>
              <a:t>          who [</a:t>
            </a:r>
            <a:r>
              <a:rPr lang="ko-KR" altLang="en-US" dirty="0"/>
              <a:t>옵션</a:t>
            </a:r>
            <a:r>
              <a:rPr lang="en-US" altLang="ko-KR" dirty="0"/>
              <a:t>]</a:t>
            </a:r>
          </a:p>
          <a:p>
            <a:r>
              <a:rPr lang="en-US" altLang="ko-KR" dirty="0"/>
              <a:t>     </a:t>
            </a:r>
            <a:r>
              <a:rPr lang="ko-KR" altLang="en-US" dirty="0"/>
              <a:t>옵션 </a:t>
            </a:r>
            <a:r>
              <a:rPr lang="en-US" altLang="ko-KR" dirty="0"/>
              <a:t>: -q </a:t>
            </a:r>
            <a:r>
              <a:rPr lang="ko-KR" altLang="en-US" dirty="0"/>
              <a:t>사용자의 이름만 출력</a:t>
            </a:r>
          </a:p>
          <a:p>
            <a:pPr marL="0" indent="0">
              <a:buNone/>
            </a:pPr>
            <a:r>
              <a:rPr lang="ko-KR" altLang="en-US" dirty="0"/>
              <a:t>                     </a:t>
            </a:r>
            <a:r>
              <a:rPr lang="en-US" altLang="ko-KR" dirty="0"/>
              <a:t>-H : </a:t>
            </a:r>
            <a:r>
              <a:rPr lang="ko-KR" altLang="en-US" dirty="0"/>
              <a:t>출력 항목의 제목도 함께 출력</a:t>
            </a:r>
          </a:p>
          <a:p>
            <a:pPr marL="0" indent="0">
              <a:buNone/>
            </a:pPr>
            <a:r>
              <a:rPr lang="ko-KR" altLang="en-US" dirty="0"/>
              <a:t>                      </a:t>
            </a:r>
            <a:r>
              <a:rPr lang="en-US" altLang="ko-KR" dirty="0"/>
              <a:t>-b : </a:t>
            </a:r>
            <a:r>
              <a:rPr lang="ko-KR" altLang="en-US" dirty="0"/>
              <a:t>마지막으로 재시작한 날짜와 시간을 출력</a:t>
            </a:r>
          </a:p>
          <a:p>
            <a:pPr marL="0" indent="0">
              <a:buNone/>
            </a:pPr>
            <a:r>
              <a:rPr lang="ko-KR" altLang="en-US" dirty="0"/>
              <a:t>                    </a:t>
            </a:r>
            <a:r>
              <a:rPr lang="en-US" altLang="ko-KR" dirty="0"/>
              <a:t>-m : </a:t>
            </a:r>
            <a:r>
              <a:rPr lang="ko-KR" altLang="en-US" dirty="0"/>
              <a:t>현재 사용자 계정의 정보를 출력</a:t>
            </a:r>
          </a:p>
          <a:p>
            <a:pPr marL="0" indent="0">
              <a:buNone/>
            </a:pPr>
            <a:r>
              <a:rPr lang="ko-KR" altLang="en-US" dirty="0"/>
              <a:t>                      </a:t>
            </a:r>
            <a:r>
              <a:rPr lang="en-US" altLang="ko-KR" dirty="0"/>
              <a:t>-r : </a:t>
            </a:r>
            <a:r>
              <a:rPr lang="ko-KR" altLang="en-US" dirty="0"/>
              <a:t>현재 </a:t>
            </a:r>
            <a:r>
              <a:rPr lang="ko-KR" altLang="en-US" dirty="0" err="1"/>
              <a:t>런레벨을</a:t>
            </a:r>
            <a:r>
              <a:rPr lang="ko-KR" altLang="en-US" dirty="0"/>
              <a:t> 출력</a:t>
            </a:r>
          </a:p>
          <a:p>
            <a:r>
              <a:rPr lang="ko-KR" altLang="en-US" dirty="0"/>
              <a:t>     현재 시스템을 사용하는 사용자의 정보와 작업 정보를 출력하는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     </a:t>
            </a:r>
            <a:r>
              <a:rPr lang="ko-KR" altLang="en-US" dirty="0"/>
              <a:t> 명령어 </a:t>
            </a:r>
            <a:r>
              <a:rPr lang="en-US" altLang="ko-KR" dirty="0"/>
              <a:t>: w [</a:t>
            </a:r>
            <a:r>
              <a:rPr lang="ko-KR" altLang="en-US" dirty="0"/>
              <a:t>사용자 이름</a:t>
            </a:r>
            <a:r>
              <a:rPr lang="en-US" altLang="ko-KR" dirty="0"/>
              <a:t>]</a:t>
            </a:r>
          </a:p>
          <a:p>
            <a:r>
              <a:rPr lang="en-US" altLang="ko-KR" dirty="0"/>
              <a:t>     </a:t>
            </a:r>
            <a:r>
              <a:rPr lang="ko-KR" altLang="en-US" dirty="0"/>
              <a:t>시스템에 로그인하고 로그아웃한 정보를 출력하는 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         명령어 </a:t>
            </a:r>
            <a:r>
              <a:rPr lang="en-US" altLang="ko-KR" dirty="0"/>
              <a:t>:  last</a:t>
            </a:r>
          </a:p>
          <a:p>
            <a:r>
              <a:rPr lang="en-US" altLang="ko-KR" dirty="0"/>
              <a:t>     UID</a:t>
            </a:r>
            <a:r>
              <a:rPr lang="ko-KR" altLang="en-US" dirty="0"/>
              <a:t>와 </a:t>
            </a:r>
            <a:r>
              <a:rPr lang="en-US" altLang="ko-KR" dirty="0"/>
              <a:t>EUID </a:t>
            </a:r>
            <a:r>
              <a:rPr lang="ko-KR" altLang="en-US" dirty="0"/>
              <a:t>출력 </a:t>
            </a:r>
            <a:r>
              <a:rPr lang="en-US" altLang="ko-KR" dirty="0"/>
              <a:t>:</a:t>
            </a:r>
            <a:r>
              <a:rPr lang="en-US" altLang="ko-KR" dirty="0" err="1"/>
              <a:t>whoami</a:t>
            </a:r>
            <a:r>
              <a:rPr lang="en-US" altLang="ko-KR" dirty="0"/>
              <a:t> /  who am </a:t>
            </a:r>
            <a:r>
              <a:rPr lang="en-US" altLang="ko-KR" dirty="0" err="1"/>
              <a:t>i</a:t>
            </a:r>
            <a:r>
              <a:rPr lang="en-US" altLang="ko-KR" dirty="0"/>
              <a:t> , id </a:t>
            </a:r>
          </a:p>
          <a:p>
            <a:r>
              <a:rPr lang="en-US" altLang="ko-KR" dirty="0"/>
              <a:t>     </a:t>
            </a:r>
            <a:r>
              <a:rPr lang="ko-KR" altLang="en-US" dirty="0"/>
              <a:t>소속 그룹 확인 </a:t>
            </a:r>
            <a:r>
              <a:rPr lang="en-US" altLang="ko-KR" dirty="0"/>
              <a:t>: groups [</a:t>
            </a:r>
            <a:r>
              <a:rPr lang="ko-KR" altLang="en-US" dirty="0"/>
              <a:t>계정 이름</a:t>
            </a:r>
            <a:r>
              <a:rPr lang="en-US" altLang="ko-KR" dirty="0"/>
              <a:t>]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9457866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40F661-D7A6-4EC1-B896-E37D851DD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000" dirty="0"/>
              <a:t>Root </a:t>
            </a:r>
            <a:r>
              <a:rPr lang="ko-KR" altLang="en-US" sz="3000" dirty="0"/>
              <a:t>권한</a:t>
            </a:r>
            <a:r>
              <a:rPr lang="en-US" altLang="ko-KR" sz="3000" dirty="0"/>
              <a:t/>
            </a:r>
            <a:br>
              <a:rPr lang="en-US" altLang="ko-KR" sz="3000" dirty="0"/>
            </a:br>
            <a:r>
              <a:rPr lang="en-US" altLang="ko-KR" sz="3000" dirty="0"/>
              <a:t>passwd </a:t>
            </a:r>
            <a:r>
              <a:rPr lang="ko-KR" altLang="en-US" sz="3000" dirty="0"/>
              <a:t>명령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0BFA72-401C-455C-97B0-DEDEFF9192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 </a:t>
            </a:r>
            <a:r>
              <a:rPr lang="en-US" altLang="ko-KR" dirty="0"/>
              <a:t>3. root </a:t>
            </a:r>
            <a:r>
              <a:rPr lang="ko-KR" altLang="en-US" dirty="0"/>
              <a:t>권한 사용 방법</a:t>
            </a:r>
          </a:p>
          <a:p>
            <a:pPr marL="0" indent="0">
              <a:buNone/>
            </a:pPr>
            <a:r>
              <a:rPr lang="ko-KR" altLang="en-US" dirty="0"/>
              <a:t>     </a:t>
            </a:r>
            <a:r>
              <a:rPr lang="en-US" altLang="ko-KR" dirty="0"/>
              <a:t>- </a:t>
            </a:r>
            <a:r>
              <a:rPr lang="en-US" altLang="ko-KR" dirty="0" err="1"/>
              <a:t>su</a:t>
            </a:r>
            <a:r>
              <a:rPr lang="en-US" altLang="ko-KR" dirty="0"/>
              <a:t> </a:t>
            </a:r>
            <a:r>
              <a:rPr lang="ko-KR" altLang="en-US" dirty="0"/>
              <a:t>명령을 사용해서 </a:t>
            </a:r>
            <a:r>
              <a:rPr lang="en-US" altLang="ko-KR" dirty="0"/>
              <a:t>root </a:t>
            </a:r>
            <a:r>
              <a:rPr lang="ko-KR" altLang="en-US" dirty="0"/>
              <a:t>계정으로 전환하는 방법</a:t>
            </a:r>
          </a:p>
          <a:p>
            <a:pPr marL="0" indent="0">
              <a:buNone/>
            </a:pPr>
            <a:r>
              <a:rPr lang="ko-KR" altLang="en-US" dirty="0"/>
              <a:t>     </a:t>
            </a:r>
            <a:r>
              <a:rPr lang="en-US" altLang="ko-KR" dirty="0"/>
              <a:t>- </a:t>
            </a:r>
            <a:r>
              <a:rPr lang="ko-KR" altLang="en-US" dirty="0"/>
              <a:t>일반 사용자에게 시스템 관리 작업 중 특정 작업만 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    </a:t>
            </a:r>
            <a:r>
              <a:rPr lang="ko-KR" altLang="en-US" dirty="0"/>
              <a:t>수행할 수 있는 권한을 주는 방법</a:t>
            </a:r>
          </a:p>
          <a:p>
            <a:pPr marL="0" indent="0">
              <a:buNone/>
            </a:pPr>
            <a:r>
              <a:rPr lang="ko-KR" altLang="en-US" dirty="0"/>
              <a:t>         </a:t>
            </a:r>
            <a:r>
              <a:rPr lang="en-US" altLang="ko-KR" dirty="0" err="1"/>
              <a:t>sudo</a:t>
            </a:r>
            <a:r>
              <a:rPr lang="en-US" altLang="ko-KR" dirty="0"/>
              <a:t> </a:t>
            </a:r>
            <a:r>
              <a:rPr lang="ko-KR" altLang="en-US" dirty="0"/>
              <a:t>명령을 사용 </a:t>
            </a:r>
            <a:r>
              <a:rPr lang="en-US" altLang="ko-KR" dirty="0"/>
              <a:t>, ex) </a:t>
            </a:r>
            <a:r>
              <a:rPr lang="en-US" altLang="ko-KR" dirty="0" err="1"/>
              <a:t>sudo</a:t>
            </a:r>
            <a:r>
              <a:rPr lang="en-US" altLang="ko-KR" dirty="0"/>
              <a:t> </a:t>
            </a:r>
            <a:r>
              <a:rPr lang="en-US" altLang="ko-KR" dirty="0" err="1"/>
              <a:t>useradd</a:t>
            </a:r>
            <a:r>
              <a:rPr lang="en-US" altLang="ko-KR" dirty="0"/>
              <a:t> han01   </a:t>
            </a:r>
          </a:p>
          <a:p>
            <a:r>
              <a:rPr lang="en-US" altLang="ko-KR" dirty="0"/>
              <a:t>  4. passwd </a:t>
            </a:r>
            <a:r>
              <a:rPr lang="ko-KR" altLang="en-US" dirty="0"/>
              <a:t>명령 활용</a:t>
            </a:r>
          </a:p>
          <a:p>
            <a:r>
              <a:rPr lang="ko-KR" altLang="en-US" dirty="0"/>
              <a:t>     사용자 계정의 암호를 수정하는 명령어 </a:t>
            </a:r>
            <a:r>
              <a:rPr lang="en-US" altLang="ko-KR" dirty="0"/>
              <a:t>: </a:t>
            </a:r>
          </a:p>
          <a:p>
            <a:pPr marL="0" indent="0">
              <a:buNone/>
            </a:pPr>
            <a:r>
              <a:rPr lang="en-US" altLang="ko-KR" dirty="0"/>
              <a:t>         passwd [</a:t>
            </a:r>
            <a:r>
              <a:rPr lang="ko-KR" altLang="en-US" dirty="0"/>
              <a:t>옵션</a:t>
            </a:r>
            <a:r>
              <a:rPr lang="en-US" altLang="ko-KR" dirty="0"/>
              <a:t>] [</a:t>
            </a:r>
            <a:r>
              <a:rPr lang="ko-KR" altLang="en-US" dirty="0"/>
              <a:t>사용자 계정</a:t>
            </a:r>
            <a:r>
              <a:rPr lang="en-US" altLang="ko-KR" dirty="0"/>
              <a:t>]</a:t>
            </a:r>
          </a:p>
          <a:p>
            <a:r>
              <a:rPr lang="en-US" altLang="ko-KR" dirty="0"/>
              <a:t>    </a:t>
            </a:r>
            <a:r>
              <a:rPr lang="ko-KR" altLang="en-US" dirty="0"/>
              <a:t>옵션 </a:t>
            </a:r>
            <a:r>
              <a:rPr lang="en-US" altLang="ko-KR" dirty="0"/>
              <a:t>: -l : </a:t>
            </a:r>
            <a:r>
              <a:rPr lang="ko-KR" altLang="en-US" dirty="0"/>
              <a:t>지정한 계정의 암호를 잠금</a:t>
            </a:r>
          </a:p>
          <a:p>
            <a:pPr marL="0" indent="0">
              <a:buNone/>
            </a:pPr>
            <a:r>
              <a:rPr lang="ko-KR" altLang="en-US" dirty="0"/>
              <a:t>                    </a:t>
            </a:r>
            <a:r>
              <a:rPr lang="en-US" altLang="ko-KR" dirty="0"/>
              <a:t>-u : </a:t>
            </a:r>
            <a:r>
              <a:rPr lang="ko-KR" altLang="en-US" dirty="0"/>
              <a:t>암호 잠금을 해체</a:t>
            </a:r>
          </a:p>
          <a:p>
            <a:pPr marL="0" indent="0">
              <a:buNone/>
            </a:pPr>
            <a:r>
              <a:rPr lang="ko-KR" altLang="en-US" dirty="0"/>
              <a:t>                    </a:t>
            </a:r>
            <a:r>
              <a:rPr lang="en-US" altLang="ko-KR" dirty="0"/>
              <a:t>-d : </a:t>
            </a:r>
            <a:r>
              <a:rPr lang="ko-KR" altLang="en-US" dirty="0"/>
              <a:t>지정한 계정의 암호를 삭제</a:t>
            </a:r>
          </a:p>
        </p:txBody>
      </p:sp>
    </p:spTree>
    <p:extLst>
      <p:ext uri="{BB962C8B-B14F-4D97-AF65-F5344CB8AC3E}">
        <p14:creationId xmlns:p14="http://schemas.microsoft.com/office/powerpoint/2010/main" val="87816810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76DE0C-CA52-4CA5-894D-404E880AF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000" dirty="0" err="1"/>
              <a:t>Chown</a:t>
            </a:r>
            <a:r>
              <a:rPr lang="en-US" altLang="ko-KR" sz="3000" dirty="0"/>
              <a:t/>
            </a:r>
            <a:br>
              <a:rPr lang="en-US" altLang="ko-KR" sz="3000" dirty="0"/>
            </a:br>
            <a:r>
              <a:rPr lang="en-US" altLang="ko-KR" sz="3000" dirty="0" err="1"/>
              <a:t>chgrp</a:t>
            </a:r>
            <a:endParaRPr lang="ko-KR" altLang="en-US" sz="30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3A1FC7F-0CCC-4779-A88D-1501BD142D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 </a:t>
            </a:r>
            <a:r>
              <a:rPr lang="en-US" altLang="ko-KR" dirty="0"/>
              <a:t>5. </a:t>
            </a:r>
            <a:r>
              <a:rPr lang="ko-KR" altLang="en-US" dirty="0"/>
              <a:t>파일 및 </a:t>
            </a:r>
            <a:r>
              <a:rPr lang="ko-KR" altLang="en-US" dirty="0" err="1"/>
              <a:t>데릭터리의</a:t>
            </a:r>
            <a:r>
              <a:rPr lang="ko-KR" altLang="en-US" dirty="0"/>
              <a:t> 소유자와 소유 그룹 변경하는 명령어 </a:t>
            </a:r>
            <a:r>
              <a:rPr lang="en-US" altLang="ko-KR" dirty="0"/>
              <a:t>:</a:t>
            </a:r>
          </a:p>
          <a:p>
            <a:pPr marL="0" indent="0">
              <a:buNone/>
            </a:pPr>
            <a:r>
              <a:rPr lang="en-US" altLang="ko-KR" dirty="0"/>
              <a:t>       </a:t>
            </a:r>
            <a:r>
              <a:rPr lang="en-US" altLang="ko-KR" dirty="0" err="1"/>
              <a:t>chown</a:t>
            </a:r>
            <a:r>
              <a:rPr lang="en-US" altLang="ko-KR" dirty="0"/>
              <a:t> [</a:t>
            </a:r>
            <a:r>
              <a:rPr lang="ko-KR" altLang="en-US" dirty="0"/>
              <a:t>옵션</a:t>
            </a:r>
            <a:r>
              <a:rPr lang="en-US" altLang="ko-KR" dirty="0"/>
              <a:t>] </a:t>
            </a:r>
            <a:r>
              <a:rPr lang="ko-KR" altLang="en-US" dirty="0"/>
              <a:t>사용자 계정 파일명</a:t>
            </a:r>
            <a:r>
              <a:rPr lang="en-US" altLang="ko-KR" dirty="0"/>
              <a:t>/</a:t>
            </a:r>
            <a:r>
              <a:rPr lang="ko-KR" altLang="en-US" dirty="0"/>
              <a:t>디렉터리명</a:t>
            </a:r>
          </a:p>
          <a:p>
            <a:pPr marL="0" indent="0">
              <a:buNone/>
            </a:pPr>
            <a:r>
              <a:rPr lang="ko-KR" altLang="en-US" dirty="0"/>
              <a:t>      옵션 </a:t>
            </a:r>
            <a:r>
              <a:rPr lang="en-US" altLang="ko-KR" dirty="0"/>
              <a:t>: -R : </a:t>
            </a:r>
            <a:r>
              <a:rPr lang="ko-KR" altLang="en-US" dirty="0"/>
              <a:t>서브 디렉터리의 소유자와 소유 그룹도 변경</a:t>
            </a:r>
          </a:p>
          <a:p>
            <a:pPr marL="0" indent="0">
              <a:buNone/>
            </a:pPr>
            <a:r>
              <a:rPr lang="ko-KR" altLang="en-US" dirty="0"/>
              <a:t>      </a:t>
            </a:r>
            <a:r>
              <a:rPr lang="en-US" altLang="ko-KR" dirty="0"/>
              <a:t>ex) </a:t>
            </a:r>
            <a:r>
              <a:rPr lang="en-US" altLang="ko-KR" dirty="0" err="1"/>
              <a:t>chown</a:t>
            </a:r>
            <a:r>
              <a:rPr lang="en-US" altLang="ko-KR" dirty="0"/>
              <a:t> user2 file1 ,   </a:t>
            </a:r>
            <a:r>
              <a:rPr lang="en-US" altLang="ko-KR" dirty="0" err="1"/>
              <a:t>chown</a:t>
            </a:r>
            <a:r>
              <a:rPr lang="en-US" altLang="ko-KR" dirty="0"/>
              <a:t> -R user2 file1</a:t>
            </a:r>
          </a:p>
          <a:p>
            <a:pPr marL="0" indent="0">
              <a:buNone/>
            </a:pPr>
            <a:r>
              <a:rPr lang="en-US" altLang="ko-KR" dirty="0"/>
              <a:t>      </a:t>
            </a:r>
          </a:p>
          <a:p>
            <a:r>
              <a:rPr lang="en-US" altLang="ko-KR" dirty="0"/>
              <a:t> </a:t>
            </a:r>
            <a:r>
              <a:rPr lang="ko-KR" altLang="en-US" dirty="0"/>
              <a:t>파일과 디렉터리의 소유 그룹을 변경하는 명령어 </a:t>
            </a:r>
            <a:r>
              <a:rPr lang="en-US" altLang="ko-KR" dirty="0"/>
              <a:t>: </a:t>
            </a:r>
          </a:p>
          <a:p>
            <a:pPr marL="0" indent="0">
              <a:buNone/>
            </a:pPr>
            <a:r>
              <a:rPr lang="en-US" altLang="ko-KR" dirty="0"/>
              <a:t>     </a:t>
            </a:r>
            <a:r>
              <a:rPr lang="en-US" altLang="ko-KR" dirty="0" err="1"/>
              <a:t>chgrp</a:t>
            </a:r>
            <a:r>
              <a:rPr lang="en-US" altLang="ko-KR" dirty="0"/>
              <a:t> [</a:t>
            </a:r>
            <a:r>
              <a:rPr lang="ko-KR" altLang="en-US" dirty="0"/>
              <a:t>옵션</a:t>
            </a:r>
            <a:r>
              <a:rPr lang="en-US" altLang="ko-KR" dirty="0"/>
              <a:t>] </a:t>
            </a:r>
            <a:r>
              <a:rPr lang="ko-KR" altLang="en-US" dirty="0"/>
              <a:t>사용자 계정 파일명</a:t>
            </a:r>
            <a:r>
              <a:rPr lang="en-US" altLang="ko-KR" dirty="0"/>
              <a:t>/</a:t>
            </a:r>
            <a:r>
              <a:rPr lang="ko-KR" altLang="en-US" dirty="0"/>
              <a:t>디렉터리명</a:t>
            </a:r>
          </a:p>
          <a:p>
            <a:pPr marL="0" indent="0">
              <a:buNone/>
            </a:pPr>
            <a:r>
              <a:rPr lang="ko-KR" altLang="en-US" dirty="0"/>
              <a:t>    옵션 </a:t>
            </a:r>
            <a:r>
              <a:rPr lang="en-US" altLang="ko-KR" dirty="0"/>
              <a:t>: -R : </a:t>
            </a:r>
            <a:r>
              <a:rPr lang="ko-KR" altLang="en-US" dirty="0"/>
              <a:t>서브 디렉터리의 소유자와 소유 그룹도 변경</a:t>
            </a:r>
          </a:p>
        </p:txBody>
      </p:sp>
    </p:spTree>
    <p:extLst>
      <p:ext uri="{BB962C8B-B14F-4D97-AF65-F5344CB8AC3E}">
        <p14:creationId xmlns:p14="http://schemas.microsoft.com/office/powerpoint/2010/main" val="219401094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8A61D3-D4FB-42AA-9387-93112A464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000" dirty="0"/>
              <a:t>디스크 쿼터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1A80281-8012-44B7-96F9-60FCEAB783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디스크 사용량</a:t>
            </a:r>
            <a:r>
              <a:rPr lang="en-US" altLang="ko-KR" dirty="0"/>
              <a:t>(</a:t>
            </a:r>
            <a:r>
              <a:rPr lang="ko-KR" altLang="en-US" dirty="0"/>
              <a:t>쿼터</a:t>
            </a:r>
            <a:r>
              <a:rPr lang="en-US" altLang="ko-KR" dirty="0"/>
              <a:t>) </a:t>
            </a:r>
            <a:r>
              <a:rPr lang="ko-KR" altLang="en-US" dirty="0"/>
              <a:t>설정</a:t>
            </a:r>
          </a:p>
          <a:p>
            <a:pPr marL="0" indent="0">
              <a:buNone/>
            </a:pPr>
            <a:r>
              <a:rPr lang="ko-KR" altLang="en-US" dirty="0"/>
              <a:t>   디스크 쿼터 </a:t>
            </a:r>
            <a:r>
              <a:rPr lang="en-US" altLang="ko-KR" dirty="0"/>
              <a:t>: </a:t>
            </a:r>
            <a:r>
              <a:rPr lang="ko-KR" altLang="en-US" dirty="0"/>
              <a:t>디스크 사용량을 제한하는 것</a:t>
            </a:r>
          </a:p>
          <a:p>
            <a:pPr marL="0" indent="0">
              <a:buNone/>
            </a:pPr>
            <a:r>
              <a:rPr lang="ko-KR" altLang="en-US" dirty="0"/>
              <a:t>  </a:t>
            </a:r>
          </a:p>
          <a:p>
            <a:r>
              <a:rPr lang="ko-KR" altLang="en-US" dirty="0"/>
              <a:t>쿼터 값 설정할 때 두가지 값 </a:t>
            </a:r>
            <a:r>
              <a:rPr lang="en-US" altLang="ko-KR" dirty="0"/>
              <a:t>: </a:t>
            </a:r>
            <a:r>
              <a:rPr lang="ko-KR" altLang="en-US" dirty="0"/>
              <a:t>하드 </a:t>
            </a:r>
            <a:r>
              <a:rPr lang="ko-KR" altLang="en-US" dirty="0" err="1"/>
              <a:t>리미트</a:t>
            </a:r>
            <a:r>
              <a:rPr lang="ko-KR" altLang="en-US" dirty="0"/>
              <a:t> </a:t>
            </a:r>
            <a:r>
              <a:rPr lang="en-US" altLang="ko-KR" dirty="0"/>
              <a:t>, </a:t>
            </a:r>
            <a:r>
              <a:rPr lang="ko-KR" altLang="en-US" dirty="0"/>
              <a:t>소프트 </a:t>
            </a:r>
            <a:r>
              <a:rPr lang="ko-KR" altLang="en-US" dirty="0" err="1"/>
              <a:t>리미트</a:t>
            </a:r>
            <a:endParaRPr lang="ko-KR" altLang="en-US" dirty="0"/>
          </a:p>
          <a:p>
            <a:r>
              <a:rPr lang="ko-KR" altLang="en-US" dirty="0"/>
              <a:t>하드 </a:t>
            </a:r>
            <a:r>
              <a:rPr lang="ko-KR" altLang="en-US" dirty="0" err="1"/>
              <a:t>리미트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사용자가 절대로 넘을 수 없는 최대치를 명시한 값</a:t>
            </a:r>
          </a:p>
          <a:p>
            <a:r>
              <a:rPr lang="ko-KR" altLang="en-US" dirty="0"/>
              <a:t>소프트 </a:t>
            </a:r>
            <a:r>
              <a:rPr lang="ko-KR" altLang="en-US" dirty="0" err="1"/>
              <a:t>리미트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일정 시간 내에는 넘을 수 있는 한계 값</a:t>
            </a:r>
          </a:p>
          <a:p>
            <a:pPr marL="0" indent="0">
              <a:buNone/>
            </a:pPr>
            <a:r>
              <a:rPr lang="ko-KR" altLang="en-US" dirty="0"/>
              <a:t>  </a:t>
            </a:r>
          </a:p>
          <a:p>
            <a:r>
              <a:rPr lang="ko-KR" altLang="en-US" dirty="0"/>
              <a:t>쿼터 설정을 위한 사전 준비</a:t>
            </a:r>
          </a:p>
          <a:p>
            <a:r>
              <a:rPr lang="ko-KR" altLang="en-US" dirty="0"/>
              <a:t> </a:t>
            </a:r>
            <a:r>
              <a:rPr lang="en-US" altLang="ko-KR" dirty="0"/>
              <a:t>-</a:t>
            </a:r>
            <a:r>
              <a:rPr lang="ko-KR" altLang="en-US" dirty="0"/>
              <a:t>쿼터 속성을 지정</a:t>
            </a:r>
          </a:p>
          <a:p>
            <a:pPr marL="0" indent="0">
              <a:buNone/>
            </a:pPr>
            <a:r>
              <a:rPr lang="en-US" altLang="ko-KR" dirty="0"/>
              <a:t>     </a:t>
            </a:r>
            <a:r>
              <a:rPr lang="en-US" altLang="ko-KR" dirty="0" err="1"/>
              <a:t>usrquota</a:t>
            </a:r>
            <a:r>
              <a:rPr lang="en-US" altLang="ko-KR" dirty="0"/>
              <a:t> : </a:t>
            </a:r>
            <a:r>
              <a:rPr lang="ko-KR" altLang="en-US" dirty="0"/>
              <a:t>개별 사용자의 쿼터를 제한할 수 있는 속성</a:t>
            </a:r>
          </a:p>
          <a:p>
            <a:pPr marL="0" indent="0">
              <a:buNone/>
            </a:pPr>
            <a:r>
              <a:rPr lang="ko-KR" altLang="en-US" dirty="0"/>
              <a:t>     </a:t>
            </a:r>
            <a:r>
              <a:rPr lang="en-US" altLang="ko-KR" dirty="0" err="1"/>
              <a:t>grpquota</a:t>
            </a:r>
            <a:r>
              <a:rPr lang="en-US" altLang="ko-KR" dirty="0"/>
              <a:t> : </a:t>
            </a:r>
            <a:r>
              <a:rPr lang="ko-KR" altLang="en-US" dirty="0"/>
              <a:t>개별 그룹의 쿼터를 제한할 수 있는 속성</a:t>
            </a:r>
          </a:p>
        </p:txBody>
      </p:sp>
    </p:spTree>
    <p:extLst>
      <p:ext uri="{BB962C8B-B14F-4D97-AF65-F5344CB8AC3E}">
        <p14:creationId xmlns:p14="http://schemas.microsoft.com/office/powerpoint/2010/main" val="12419396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A19FDC-BF42-4326-ADF5-5FAAD07A1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000" dirty="0"/>
              <a:t>쿼터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51DC196-9A0B-41FD-801F-3C42E54687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ko-KR" altLang="en-US" dirty="0"/>
              <a:t> 쿼터 속성 설정</a:t>
            </a:r>
          </a:p>
          <a:p>
            <a:pPr marL="0" indent="0">
              <a:buNone/>
            </a:pPr>
            <a:r>
              <a:rPr lang="ko-KR" altLang="en-US" dirty="0"/>
              <a:t>    파일 시스템의 마운트 옵션은 이미 살펴본 </a:t>
            </a:r>
            <a:r>
              <a:rPr lang="en-US" altLang="ko-KR" dirty="0"/>
              <a:t>/</a:t>
            </a:r>
            <a:r>
              <a:rPr lang="en-US" altLang="ko-KR" dirty="0" err="1"/>
              <a:t>etc</a:t>
            </a:r>
            <a:r>
              <a:rPr lang="en-US" altLang="ko-KR" dirty="0"/>
              <a:t>/</a:t>
            </a:r>
            <a:r>
              <a:rPr lang="en-US" altLang="ko-KR" dirty="0" err="1"/>
              <a:t>fstab</a:t>
            </a:r>
            <a:r>
              <a:rPr lang="en-US" altLang="ko-KR" dirty="0"/>
              <a:t> </a:t>
            </a:r>
            <a:r>
              <a:rPr lang="ko-KR" altLang="en-US" dirty="0"/>
              <a:t>파일에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</a:t>
            </a:r>
            <a:r>
              <a:rPr lang="ko-KR" altLang="en-US" dirty="0"/>
              <a:t> </a:t>
            </a:r>
            <a:r>
              <a:rPr lang="ko-KR" altLang="en-US" dirty="0" err="1"/>
              <a:t>설정해야함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    </a:t>
            </a:r>
          </a:p>
          <a:p>
            <a:r>
              <a:rPr lang="ko-KR" altLang="en-US" dirty="0"/>
              <a:t>쿼터 속성 적용 </a:t>
            </a:r>
          </a:p>
          <a:p>
            <a:r>
              <a:rPr lang="ko-KR" altLang="en-US" dirty="0"/>
              <a:t>파일 시스템을 다시 </a:t>
            </a:r>
            <a:r>
              <a:rPr lang="ko-KR" altLang="en-US" dirty="0" err="1"/>
              <a:t>마운트해야함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    </a:t>
            </a:r>
          </a:p>
          <a:p>
            <a:r>
              <a:rPr lang="ko-KR" altLang="en-US" dirty="0"/>
              <a:t>쿼터 데이터베이스 파일 생성하는 명령어 </a:t>
            </a:r>
            <a:r>
              <a:rPr lang="en-US" altLang="ko-KR" dirty="0"/>
              <a:t>:</a:t>
            </a:r>
          </a:p>
          <a:p>
            <a:pPr marL="0" indent="0">
              <a:buNone/>
            </a:pPr>
            <a:r>
              <a:rPr lang="en-US" altLang="ko-KR" dirty="0"/>
              <a:t>    </a:t>
            </a:r>
            <a:r>
              <a:rPr lang="en-US" altLang="ko-KR" dirty="0" err="1"/>
              <a:t>quotacheck</a:t>
            </a:r>
            <a:r>
              <a:rPr lang="en-US" altLang="ko-KR" dirty="0"/>
              <a:t> [</a:t>
            </a:r>
            <a:r>
              <a:rPr lang="ko-KR" altLang="en-US" dirty="0"/>
              <a:t>옵션</a:t>
            </a:r>
            <a:r>
              <a:rPr lang="en-US" altLang="ko-KR" dirty="0"/>
              <a:t>] -a </a:t>
            </a:r>
            <a:r>
              <a:rPr lang="ko-KR" altLang="en-US" dirty="0"/>
              <a:t>또는 파일 시스템</a:t>
            </a:r>
          </a:p>
          <a:p>
            <a:r>
              <a:rPr lang="ko-KR" altLang="en-US" dirty="0"/>
              <a:t>기능 </a:t>
            </a:r>
            <a:r>
              <a:rPr lang="en-US" altLang="ko-KR" dirty="0"/>
              <a:t>: </a:t>
            </a:r>
            <a:r>
              <a:rPr lang="ko-KR" altLang="en-US" dirty="0"/>
              <a:t>쿼터 파일을 생성 </a:t>
            </a:r>
            <a:r>
              <a:rPr lang="en-US" altLang="ko-KR" dirty="0"/>
              <a:t>, </a:t>
            </a:r>
            <a:r>
              <a:rPr lang="ko-KR" altLang="en-US" dirty="0"/>
              <a:t>확인</a:t>
            </a:r>
            <a:r>
              <a:rPr lang="en-US" altLang="ko-KR" dirty="0"/>
              <a:t>, </a:t>
            </a:r>
            <a:r>
              <a:rPr lang="ko-KR" altLang="en-US" dirty="0"/>
              <a:t>수정하기 위해 파일 시스템을 스캔</a:t>
            </a:r>
          </a:p>
          <a:p>
            <a:r>
              <a:rPr lang="ko-KR" altLang="en-US" dirty="0"/>
              <a:t>옵션 </a:t>
            </a:r>
            <a:r>
              <a:rPr lang="en-US" altLang="ko-KR" dirty="0"/>
              <a:t>: -v : </a:t>
            </a:r>
            <a:r>
              <a:rPr lang="ko-KR" altLang="en-US" dirty="0"/>
              <a:t>명령 진행 상황을 상세하게 출력</a:t>
            </a:r>
          </a:p>
          <a:p>
            <a:r>
              <a:rPr lang="ko-KR" altLang="en-US" dirty="0"/>
              <a:t>쿼터 관리하는 데이터베이스 </a:t>
            </a:r>
            <a:r>
              <a:rPr lang="en-US" altLang="ko-KR" dirty="0"/>
              <a:t>: </a:t>
            </a:r>
            <a:r>
              <a:rPr lang="en-US" altLang="ko-KR" dirty="0" err="1"/>
              <a:t>aquota.user</a:t>
            </a:r>
            <a:r>
              <a:rPr lang="en-US" altLang="ko-KR" dirty="0"/>
              <a:t> , </a:t>
            </a:r>
            <a:r>
              <a:rPr lang="en-US" altLang="ko-KR" dirty="0" err="1"/>
              <a:t>aquota.group</a:t>
            </a:r>
            <a:r>
              <a:rPr lang="en-US" altLang="ko-KR" dirty="0"/>
              <a:t> /</a:t>
            </a:r>
          </a:p>
          <a:p>
            <a:pPr marL="0" indent="0">
              <a:buNone/>
            </a:pPr>
            <a:r>
              <a:rPr lang="en-US" altLang="ko-KR" dirty="0"/>
              <a:t>                                                                   </a:t>
            </a:r>
            <a:r>
              <a:rPr lang="ko-KR" altLang="en-US" dirty="0"/>
              <a:t>사용자</a:t>
            </a:r>
            <a:r>
              <a:rPr lang="en-US" altLang="ko-KR" dirty="0"/>
              <a:t>, </a:t>
            </a:r>
            <a:r>
              <a:rPr lang="ko-KR" altLang="en-US" dirty="0"/>
              <a:t>그룹 쿼터 데이터베이스 파일</a:t>
            </a:r>
          </a:p>
        </p:txBody>
      </p:sp>
    </p:spTree>
    <p:extLst>
      <p:ext uri="{BB962C8B-B14F-4D97-AF65-F5344CB8AC3E}">
        <p14:creationId xmlns:p14="http://schemas.microsoft.com/office/powerpoint/2010/main" val="238930409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AA3678-262A-4D19-8F26-6D7793222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000" dirty="0"/>
              <a:t>쿼터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D71893C-FCC3-4CFC-9B01-5BAF759FDF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 쿼터 사용 활성화 명령어 </a:t>
            </a:r>
            <a:r>
              <a:rPr lang="en-US" altLang="ko-KR" dirty="0"/>
              <a:t>: </a:t>
            </a:r>
            <a:r>
              <a:rPr lang="en-US" altLang="ko-KR" dirty="0" err="1"/>
              <a:t>quotaon</a:t>
            </a:r>
            <a:r>
              <a:rPr lang="en-US" altLang="ko-KR" dirty="0"/>
              <a:t> [</a:t>
            </a:r>
            <a:r>
              <a:rPr lang="ko-KR" altLang="en-US" dirty="0"/>
              <a:t>옵션</a:t>
            </a:r>
            <a:r>
              <a:rPr lang="en-US" altLang="ko-KR" dirty="0"/>
              <a:t>] -a </a:t>
            </a:r>
            <a:r>
              <a:rPr lang="ko-KR" altLang="en-US" dirty="0"/>
              <a:t>또는 파일 시스템</a:t>
            </a:r>
          </a:p>
          <a:p>
            <a:r>
              <a:rPr lang="ko-KR" altLang="en-US" dirty="0"/>
              <a:t> 기능 </a:t>
            </a:r>
            <a:r>
              <a:rPr lang="en-US" altLang="ko-KR" dirty="0"/>
              <a:t>: </a:t>
            </a:r>
            <a:r>
              <a:rPr lang="ko-KR" altLang="en-US" dirty="0"/>
              <a:t>쿼터 설정  </a:t>
            </a:r>
          </a:p>
          <a:p>
            <a:r>
              <a:rPr lang="ko-KR" altLang="en-US" dirty="0"/>
              <a:t> 쿼터 정보 확인 명령어 </a:t>
            </a:r>
            <a:r>
              <a:rPr lang="en-US" altLang="ko-KR" dirty="0"/>
              <a:t>: quota [</a:t>
            </a:r>
            <a:r>
              <a:rPr lang="ko-KR" altLang="en-US" dirty="0"/>
              <a:t>옵션</a:t>
            </a:r>
            <a:r>
              <a:rPr lang="en-US" altLang="ko-KR" dirty="0"/>
              <a:t>] </a:t>
            </a:r>
            <a:r>
              <a:rPr lang="ko-KR" altLang="en-US" dirty="0"/>
              <a:t>사용자 계정 또는 </a:t>
            </a:r>
            <a:r>
              <a:rPr lang="ko-KR" altLang="en-US" dirty="0" err="1"/>
              <a:t>그룹명</a:t>
            </a:r>
            <a:endParaRPr lang="ko-KR" altLang="en-US" dirty="0"/>
          </a:p>
          <a:p>
            <a:r>
              <a:rPr lang="ko-KR" altLang="en-US" dirty="0"/>
              <a:t> 쿼터 설정 복사 명령어 </a:t>
            </a:r>
            <a:r>
              <a:rPr lang="en-US" altLang="ko-KR" dirty="0"/>
              <a:t>: </a:t>
            </a:r>
            <a:r>
              <a:rPr lang="en-US" altLang="ko-KR" dirty="0" err="1"/>
              <a:t>edquota</a:t>
            </a:r>
            <a:r>
              <a:rPr lang="en-US" altLang="ko-KR" dirty="0"/>
              <a:t> -p </a:t>
            </a:r>
          </a:p>
          <a:p>
            <a:pPr marL="0" indent="0">
              <a:buNone/>
            </a:pPr>
            <a:r>
              <a:rPr lang="en-US" altLang="ko-KR" dirty="0"/>
              <a:t>       ex) </a:t>
            </a:r>
            <a:r>
              <a:rPr lang="en-US" altLang="ko-KR" dirty="0" err="1"/>
              <a:t>edquota</a:t>
            </a:r>
            <a:r>
              <a:rPr lang="en-US" altLang="ko-KR" dirty="0"/>
              <a:t> -p user1 user2 : user1 </a:t>
            </a:r>
            <a:r>
              <a:rPr lang="ko-KR" altLang="en-US" dirty="0"/>
              <a:t>사용자의 쿼터 설정을 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     user2 </a:t>
            </a:r>
            <a:r>
              <a:rPr lang="ko-KR" altLang="en-US" dirty="0"/>
              <a:t>사용자에 복사</a:t>
            </a:r>
          </a:p>
          <a:p>
            <a:endParaRPr lang="ko-KR" altLang="en-US" dirty="0"/>
          </a:p>
          <a:p>
            <a:pPr marL="0" indent="0">
              <a:buNone/>
            </a:pPr>
            <a:r>
              <a:rPr lang="ko-KR" altLang="en-US" dirty="0"/>
              <a:t>쿼터 정보 요약 출력 명령어 </a:t>
            </a:r>
            <a:r>
              <a:rPr lang="en-US" altLang="ko-KR" dirty="0"/>
              <a:t>: </a:t>
            </a:r>
            <a:r>
              <a:rPr lang="en-US" altLang="ko-KR" dirty="0" err="1"/>
              <a:t>repquota</a:t>
            </a:r>
            <a:r>
              <a:rPr lang="en-US" altLang="ko-KR" dirty="0"/>
              <a:t> [</a:t>
            </a:r>
            <a:r>
              <a:rPr lang="ko-KR" altLang="en-US" dirty="0"/>
              <a:t>옵션</a:t>
            </a:r>
            <a:r>
              <a:rPr lang="en-US" altLang="ko-KR" dirty="0"/>
              <a:t>] -a </a:t>
            </a:r>
            <a:r>
              <a:rPr lang="ko-KR" altLang="en-US" dirty="0"/>
              <a:t>또는 파일 시스템</a:t>
            </a:r>
          </a:p>
          <a:p>
            <a:pPr marL="0" indent="0"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8262852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948ED2-5635-4196-8607-1202725E0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000" dirty="0"/>
              <a:t>출처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EBEC511-0DA1-4660-B493-6727389BA3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hlinkClick r:id="rId2"/>
              </a:rPr>
              <a:t>https://redscreen.tistory.com/15</a:t>
            </a:r>
            <a:endParaRPr lang="en-US" altLang="ko-KR" dirty="0"/>
          </a:p>
          <a:p>
            <a:r>
              <a:rPr lang="en-US" altLang="ko-KR" dirty="0">
                <a:hlinkClick r:id="rId3"/>
              </a:rPr>
              <a:t>http://mclab.silla.ac.kr/lecture/201601/sm/sm_lecture_08.pdf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7546179"/>
      </p:ext>
    </p:extLst>
  </p:cSld>
  <p:clrMapOvr>
    <a:masterClrMapping/>
  </p:clrMapOvr>
</p:sld>
</file>

<file path=ppt/theme/theme1.xml><?xml version="1.0" encoding="utf-8"?>
<a:theme xmlns:a="http://schemas.openxmlformats.org/drawingml/2006/main" name="틀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3384</Words>
  <Application>Microsoft Office PowerPoint</Application>
  <PresentationFormat>와이드스크린</PresentationFormat>
  <Paragraphs>506</Paragraphs>
  <Slides>44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44</vt:i4>
      </vt:variant>
    </vt:vector>
  </HeadingPairs>
  <TitlesOfParts>
    <vt:vector size="50" baseType="lpstr">
      <vt:lpstr>HY중고딕</vt:lpstr>
      <vt:lpstr>한컴 고딕</vt:lpstr>
      <vt:lpstr>Corbel</vt:lpstr>
      <vt:lpstr>Wingdings</vt:lpstr>
      <vt:lpstr>Wingdings 2</vt:lpstr>
      <vt:lpstr>틀</vt:lpstr>
      <vt:lpstr>GBC 리눅스 8,9,10 21900195 김진일   </vt:lpstr>
      <vt:lpstr>리눅스의 부팅</vt:lpstr>
      <vt:lpstr>바이오스 단계</vt:lpstr>
      <vt:lpstr>  부트 로더 단계 커널 초기화 단계</vt:lpstr>
      <vt:lpstr>Systemd 서비스단계 , 로그인  프롬프트 출력, systemed 서비스</vt:lpstr>
      <vt:lpstr>Init 프로세스 ,  런 레벨</vt:lpstr>
      <vt:lpstr>Systemd </vt:lpstr>
      <vt:lpstr>Systemed</vt:lpstr>
      <vt:lpstr>Systemd 런레벨</vt:lpstr>
      <vt:lpstr>시스템 종료</vt:lpstr>
      <vt:lpstr>shutdown</vt:lpstr>
      <vt:lpstr>Telinit , systemed</vt:lpstr>
      <vt:lpstr>데몬 프로세스</vt:lpstr>
      <vt:lpstr>슈퍼데몬 데몬의 조상 systemd 데몬</vt:lpstr>
      <vt:lpstr>커널 스레드 데몬 부트로더</vt:lpstr>
      <vt:lpstr>GRUB2 단일 사용자모드부팅</vt:lpstr>
      <vt:lpstr>과정</vt:lpstr>
      <vt:lpstr>RPM</vt:lpstr>
      <vt:lpstr>RPM</vt:lpstr>
      <vt:lpstr>RPM</vt:lpstr>
      <vt:lpstr>RPM</vt:lpstr>
      <vt:lpstr>yum</vt:lpstr>
      <vt:lpstr>아카이브</vt:lpstr>
      <vt:lpstr>아카이브</vt:lpstr>
      <vt:lpstr>아카이브</vt:lpstr>
      <vt:lpstr>아카이브 파일 압축</vt:lpstr>
      <vt:lpstr>압축</vt:lpstr>
      <vt:lpstr>압축풀기 컴파일</vt:lpstr>
      <vt:lpstr>Make makefile</vt:lpstr>
      <vt:lpstr>사용자 관리</vt:lpstr>
      <vt:lpstr>GID</vt:lpstr>
      <vt:lpstr>shadow</vt:lpstr>
      <vt:lpstr>Login.defs group gshadow</vt:lpstr>
      <vt:lpstr>사용자 계정 관리 명령 패스워드 에이징</vt:lpstr>
      <vt:lpstr>그룹 관리</vt:lpstr>
      <vt:lpstr>그룹 관리</vt:lpstr>
      <vt:lpstr>UID EUID</vt:lpstr>
      <vt:lpstr>사용자 확인</vt:lpstr>
      <vt:lpstr>Root 권한 passwd 명령</vt:lpstr>
      <vt:lpstr>Chown chgrp</vt:lpstr>
      <vt:lpstr>디스크 쿼터</vt:lpstr>
      <vt:lpstr>쿼터</vt:lpstr>
      <vt:lpstr>쿼터</vt:lpstr>
      <vt:lpstr>출처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GBC 리눅스 8,9,10 21900195 김진일 </dc:title>
  <dc:creator>김 진일</dc:creator>
  <cp:lastModifiedBy>김진일</cp:lastModifiedBy>
  <cp:revision>4</cp:revision>
  <dcterms:created xsi:type="dcterms:W3CDTF">2019-06-26T12:41:24Z</dcterms:created>
  <dcterms:modified xsi:type="dcterms:W3CDTF">2019-07-24T00:55:52Z</dcterms:modified>
</cp:coreProperties>
</file>